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59" r:id="rId10"/>
    <p:sldId id="266" r:id="rId11"/>
    <p:sldId id="267" r:id="rId12"/>
    <p:sldId id="268" r:id="rId13"/>
    <p:sldId id="269" r:id="rId14"/>
    <p:sldId id="270" r:id="rId15"/>
    <p:sldId id="272" r:id="rId16"/>
    <p:sldId id="276" r:id="rId17"/>
    <p:sldId id="273" r:id="rId18"/>
    <p:sldId id="274" r:id="rId19"/>
    <p:sldId id="275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FC2E03-BBEA-4914-8F1D-4C32DE3317FE}" v="6" dt="2020-04-29T19:11:01.6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le Pew" userId="57de5c48f32aaca3" providerId="LiveId" clId="{9FFC2E03-BBEA-4914-8F1D-4C32DE3317FE}"/>
    <pc:docChg chg="undo custSel addSld delSld modSld">
      <pc:chgData name="Kyle Pew" userId="57de5c48f32aaca3" providerId="LiveId" clId="{9FFC2E03-BBEA-4914-8F1D-4C32DE3317FE}" dt="2020-04-29T19:16:32.590" v="514" actId="47"/>
      <pc:docMkLst>
        <pc:docMk/>
      </pc:docMkLst>
      <pc:sldChg chg="modSp mod modTransition">
        <pc:chgData name="Kyle Pew" userId="57de5c48f32aaca3" providerId="LiveId" clId="{9FFC2E03-BBEA-4914-8F1D-4C32DE3317FE}" dt="2020-04-15T16:35:38.086" v="386"/>
        <pc:sldMkLst>
          <pc:docMk/>
          <pc:sldMk cId="3219675659" sldId="258"/>
        </pc:sldMkLst>
        <pc:spChg chg="mod">
          <ac:chgData name="Kyle Pew" userId="57de5c48f32aaca3" providerId="LiveId" clId="{9FFC2E03-BBEA-4914-8F1D-4C32DE3317FE}" dt="2020-04-15T16:33:41.390" v="372" actId="1076"/>
          <ac:spMkLst>
            <pc:docMk/>
            <pc:sldMk cId="3219675659" sldId="258"/>
            <ac:spMk id="20" creationId="{F401CA05-B1DE-4229-8D46-9D2297A21EE7}"/>
          </ac:spMkLst>
        </pc:spChg>
        <pc:spChg chg="mod">
          <ac:chgData name="Kyle Pew" userId="57de5c48f32aaca3" providerId="LiveId" clId="{9FFC2E03-BBEA-4914-8F1D-4C32DE3317FE}" dt="2020-04-15T16:33:41.390" v="372" actId="1076"/>
          <ac:spMkLst>
            <pc:docMk/>
            <pc:sldMk cId="3219675659" sldId="258"/>
            <ac:spMk id="50" creationId="{886E851F-6A29-4EF9-9355-991915B70926}"/>
          </ac:spMkLst>
        </pc:spChg>
        <pc:spChg chg="mod">
          <ac:chgData name="Kyle Pew" userId="57de5c48f32aaca3" providerId="LiveId" clId="{9FFC2E03-BBEA-4914-8F1D-4C32DE3317FE}" dt="2020-04-15T16:33:41.390" v="372" actId="1076"/>
          <ac:spMkLst>
            <pc:docMk/>
            <pc:sldMk cId="3219675659" sldId="258"/>
            <ac:spMk id="52" creationId="{B4891040-3323-4150-BB42-48DBA3447FC6}"/>
          </ac:spMkLst>
        </pc:spChg>
        <pc:spChg chg="mod">
          <ac:chgData name="Kyle Pew" userId="57de5c48f32aaca3" providerId="LiveId" clId="{9FFC2E03-BBEA-4914-8F1D-4C32DE3317FE}" dt="2020-04-15T16:33:41.390" v="372" actId="1076"/>
          <ac:spMkLst>
            <pc:docMk/>
            <pc:sldMk cId="3219675659" sldId="258"/>
            <ac:spMk id="54" creationId="{282E4B5B-8328-4DA5-85DA-E1C91895145A}"/>
          </ac:spMkLst>
        </pc:spChg>
        <pc:grpChg chg="mod">
          <ac:chgData name="Kyle Pew" userId="57de5c48f32aaca3" providerId="LiveId" clId="{9FFC2E03-BBEA-4914-8F1D-4C32DE3317FE}" dt="2020-04-15T16:33:41.390" v="372" actId="1076"/>
          <ac:grpSpMkLst>
            <pc:docMk/>
            <pc:sldMk cId="3219675659" sldId="258"/>
            <ac:grpSpMk id="13" creationId="{DA20921C-AABC-44EA-8AF1-4455AC891F69}"/>
          </ac:grpSpMkLst>
        </pc:grpChg>
        <pc:grpChg chg="mod">
          <ac:chgData name="Kyle Pew" userId="57de5c48f32aaca3" providerId="LiveId" clId="{9FFC2E03-BBEA-4914-8F1D-4C32DE3317FE}" dt="2020-04-15T16:33:41.390" v="372" actId="1076"/>
          <ac:grpSpMkLst>
            <pc:docMk/>
            <pc:sldMk cId="3219675659" sldId="258"/>
            <ac:grpSpMk id="19" creationId="{4EB52B50-DFDD-47A5-A441-53F651789DF4}"/>
          </ac:grpSpMkLst>
        </pc:grpChg>
        <pc:grpChg chg="mod">
          <ac:chgData name="Kyle Pew" userId="57de5c48f32aaca3" providerId="LiveId" clId="{9FFC2E03-BBEA-4914-8F1D-4C32DE3317FE}" dt="2020-04-15T16:33:45.565" v="373" actId="1035"/>
          <ac:grpSpMkLst>
            <pc:docMk/>
            <pc:sldMk cId="3219675659" sldId="258"/>
            <ac:grpSpMk id="29" creationId="{33E72CE0-4BF5-4519-BE77-69BDC75E9169}"/>
          </ac:grpSpMkLst>
        </pc:grpChg>
        <pc:grpChg chg="mod">
          <ac:chgData name="Kyle Pew" userId="57de5c48f32aaca3" providerId="LiveId" clId="{9FFC2E03-BBEA-4914-8F1D-4C32DE3317FE}" dt="2020-04-15T16:33:48.164" v="374" actId="1035"/>
          <ac:grpSpMkLst>
            <pc:docMk/>
            <pc:sldMk cId="3219675659" sldId="258"/>
            <ac:grpSpMk id="48" creationId="{00E87497-2B1E-43F3-8850-6B2336345C42}"/>
          </ac:grpSpMkLst>
        </pc:grpChg>
      </pc:sldChg>
      <pc:sldChg chg="addSp delSp modSp new mod">
        <pc:chgData name="Kyle Pew" userId="57de5c48f32aaca3" providerId="LiveId" clId="{9FFC2E03-BBEA-4914-8F1D-4C32DE3317FE}" dt="2020-04-15T16:31:59.606" v="368" actId="14100"/>
        <pc:sldMkLst>
          <pc:docMk/>
          <pc:sldMk cId="4149913570" sldId="259"/>
        </pc:sldMkLst>
        <pc:spChg chg="mod">
          <ac:chgData name="Kyle Pew" userId="57de5c48f32aaca3" providerId="LiveId" clId="{9FFC2E03-BBEA-4914-8F1D-4C32DE3317FE}" dt="2020-04-15T16:23:33.340" v="20" actId="20577"/>
          <ac:spMkLst>
            <pc:docMk/>
            <pc:sldMk cId="4149913570" sldId="259"/>
            <ac:spMk id="2" creationId="{B70E8175-03F1-4DCB-9704-88C1419F628E}"/>
          </ac:spMkLst>
        </pc:spChg>
        <pc:spChg chg="mod">
          <ac:chgData name="Kyle Pew" userId="57de5c48f32aaca3" providerId="LiveId" clId="{9FFC2E03-BBEA-4914-8F1D-4C32DE3317FE}" dt="2020-04-15T16:31:59.606" v="368" actId="14100"/>
          <ac:spMkLst>
            <pc:docMk/>
            <pc:sldMk cId="4149913570" sldId="259"/>
            <ac:spMk id="3" creationId="{4F269B88-E171-49BE-A3D5-5ACDB0E49C6D}"/>
          </ac:spMkLst>
        </pc:spChg>
        <pc:spChg chg="add mod">
          <ac:chgData name="Kyle Pew" userId="57de5c48f32aaca3" providerId="LiveId" clId="{9FFC2E03-BBEA-4914-8F1D-4C32DE3317FE}" dt="2020-04-15T16:30:02.342" v="348" actId="1076"/>
          <ac:spMkLst>
            <pc:docMk/>
            <pc:sldMk cId="4149913570" sldId="259"/>
            <ac:spMk id="11" creationId="{C4452E8D-A7A7-4AD9-A572-A355E2D3A057}"/>
          </ac:spMkLst>
        </pc:spChg>
        <pc:spChg chg="add mod">
          <ac:chgData name="Kyle Pew" userId="57de5c48f32aaca3" providerId="LiveId" clId="{9FFC2E03-BBEA-4914-8F1D-4C32DE3317FE}" dt="2020-04-15T16:29:56.379" v="347" actId="20577"/>
          <ac:spMkLst>
            <pc:docMk/>
            <pc:sldMk cId="4149913570" sldId="259"/>
            <ac:spMk id="13" creationId="{47C6C613-A24D-494B-A485-EDD198686DFA}"/>
          </ac:spMkLst>
        </pc:spChg>
        <pc:spChg chg="add del mod">
          <ac:chgData name="Kyle Pew" userId="57de5c48f32aaca3" providerId="LiveId" clId="{9FFC2E03-BBEA-4914-8F1D-4C32DE3317FE}" dt="2020-04-15T16:30:59.409" v="353" actId="478"/>
          <ac:spMkLst>
            <pc:docMk/>
            <pc:sldMk cId="4149913570" sldId="259"/>
            <ac:spMk id="15" creationId="{0C8179BB-4009-4EF1-A438-57B5F7AE935B}"/>
          </ac:spMkLst>
        </pc:spChg>
        <pc:spChg chg="add mod">
          <ac:chgData name="Kyle Pew" userId="57de5c48f32aaca3" providerId="LiveId" clId="{9FFC2E03-BBEA-4914-8F1D-4C32DE3317FE}" dt="2020-04-15T16:31:44.143" v="367" actId="14100"/>
          <ac:spMkLst>
            <pc:docMk/>
            <pc:sldMk cId="4149913570" sldId="259"/>
            <ac:spMk id="17" creationId="{714C3B72-A5C6-47BF-A6FB-D5F1F0942D0A}"/>
          </ac:spMkLst>
        </pc:spChg>
        <pc:picChg chg="add mod">
          <ac:chgData name="Kyle Pew" userId="57de5c48f32aaca3" providerId="LiveId" clId="{9FFC2E03-BBEA-4914-8F1D-4C32DE3317FE}" dt="2020-04-15T16:27:53.262" v="313" actId="1076"/>
          <ac:picMkLst>
            <pc:docMk/>
            <pc:sldMk cId="4149913570" sldId="259"/>
            <ac:picMk id="5" creationId="{568D5B4E-51AE-463F-A59E-1A2C688E7388}"/>
          </ac:picMkLst>
        </pc:picChg>
        <pc:picChg chg="add mod modCrop">
          <ac:chgData name="Kyle Pew" userId="57de5c48f32aaca3" providerId="LiveId" clId="{9FFC2E03-BBEA-4914-8F1D-4C32DE3317FE}" dt="2020-04-15T16:30:02.342" v="348" actId="1076"/>
          <ac:picMkLst>
            <pc:docMk/>
            <pc:sldMk cId="4149913570" sldId="259"/>
            <ac:picMk id="7" creationId="{5907A954-3232-4953-A421-04EC685D8326}"/>
          </ac:picMkLst>
        </pc:picChg>
        <pc:picChg chg="add mod modCrop">
          <ac:chgData name="Kyle Pew" userId="57de5c48f32aaca3" providerId="LiveId" clId="{9FFC2E03-BBEA-4914-8F1D-4C32DE3317FE}" dt="2020-04-15T16:29:25.150" v="326" actId="1076"/>
          <ac:picMkLst>
            <pc:docMk/>
            <pc:sldMk cId="4149913570" sldId="259"/>
            <ac:picMk id="9" creationId="{C8F5F1D9-9F7F-43EC-9112-253F30B98DAB}"/>
          </ac:picMkLst>
        </pc:picChg>
      </pc:sldChg>
      <pc:sldChg chg="modSp add mod modTransition">
        <pc:chgData name="Kyle Pew" userId="57de5c48f32aaca3" providerId="LiveId" clId="{9FFC2E03-BBEA-4914-8F1D-4C32DE3317FE}" dt="2020-04-15T16:35:14.270" v="385"/>
        <pc:sldMkLst>
          <pc:docMk/>
          <pc:sldMk cId="3461348317" sldId="260"/>
        </pc:sldMkLst>
        <pc:spChg chg="mod">
          <ac:chgData name="Kyle Pew" userId="57de5c48f32aaca3" providerId="LiveId" clId="{9FFC2E03-BBEA-4914-8F1D-4C32DE3317FE}" dt="2020-04-15T16:34:08.192" v="376" actId="1076"/>
          <ac:spMkLst>
            <pc:docMk/>
            <pc:sldMk cId="3461348317" sldId="260"/>
            <ac:spMk id="20" creationId="{F401CA05-B1DE-4229-8D46-9D2297A21EE7}"/>
          </ac:spMkLst>
        </pc:spChg>
        <pc:grpChg chg="mod">
          <ac:chgData name="Kyle Pew" userId="57de5c48f32aaca3" providerId="LiveId" clId="{9FFC2E03-BBEA-4914-8F1D-4C32DE3317FE}" dt="2020-04-15T16:34:08.192" v="376" actId="1076"/>
          <ac:grpSpMkLst>
            <pc:docMk/>
            <pc:sldMk cId="3461348317" sldId="260"/>
            <ac:grpSpMk id="13" creationId="{DA20921C-AABC-44EA-8AF1-4455AC891F69}"/>
          </ac:grpSpMkLst>
        </pc:grpChg>
      </pc:sldChg>
      <pc:sldChg chg="modSp add mod modTransition">
        <pc:chgData name="Kyle Pew" userId="57de5c48f32aaca3" providerId="LiveId" clId="{9FFC2E03-BBEA-4914-8F1D-4C32DE3317FE}" dt="2020-04-15T16:35:14.270" v="385"/>
        <pc:sldMkLst>
          <pc:docMk/>
          <pc:sldMk cId="946921516" sldId="261"/>
        </pc:sldMkLst>
        <pc:spChg chg="mod">
          <ac:chgData name="Kyle Pew" userId="57de5c48f32aaca3" providerId="LiveId" clId="{9FFC2E03-BBEA-4914-8F1D-4C32DE3317FE}" dt="2020-04-15T16:34:22.553" v="378" actId="1076"/>
          <ac:spMkLst>
            <pc:docMk/>
            <pc:sldMk cId="946921516" sldId="261"/>
            <ac:spMk id="50" creationId="{886E851F-6A29-4EF9-9355-991915B70926}"/>
          </ac:spMkLst>
        </pc:spChg>
        <pc:grpChg chg="mod">
          <ac:chgData name="Kyle Pew" userId="57de5c48f32aaca3" providerId="LiveId" clId="{9FFC2E03-BBEA-4914-8F1D-4C32DE3317FE}" dt="2020-04-15T16:34:22.553" v="378" actId="1076"/>
          <ac:grpSpMkLst>
            <pc:docMk/>
            <pc:sldMk cId="946921516" sldId="261"/>
            <ac:grpSpMk id="29" creationId="{33E72CE0-4BF5-4519-BE77-69BDC75E9169}"/>
          </ac:grpSpMkLst>
        </pc:grpChg>
      </pc:sldChg>
      <pc:sldChg chg="modSp add mod modTransition">
        <pc:chgData name="Kyle Pew" userId="57de5c48f32aaca3" providerId="LiveId" clId="{9FFC2E03-BBEA-4914-8F1D-4C32DE3317FE}" dt="2020-04-15T16:35:14.270" v="385"/>
        <pc:sldMkLst>
          <pc:docMk/>
          <pc:sldMk cId="3829161572" sldId="262"/>
        </pc:sldMkLst>
        <pc:spChg chg="mod">
          <ac:chgData name="Kyle Pew" userId="57de5c48f32aaca3" providerId="LiveId" clId="{9FFC2E03-BBEA-4914-8F1D-4C32DE3317FE}" dt="2020-04-15T16:34:33.262" v="380" actId="1076"/>
          <ac:spMkLst>
            <pc:docMk/>
            <pc:sldMk cId="3829161572" sldId="262"/>
            <ac:spMk id="52" creationId="{B4891040-3323-4150-BB42-48DBA3447FC6}"/>
          </ac:spMkLst>
        </pc:spChg>
        <pc:grpChg chg="mod">
          <ac:chgData name="Kyle Pew" userId="57de5c48f32aaca3" providerId="LiveId" clId="{9FFC2E03-BBEA-4914-8F1D-4C32DE3317FE}" dt="2020-04-15T16:34:33.262" v="380" actId="1076"/>
          <ac:grpSpMkLst>
            <pc:docMk/>
            <pc:sldMk cId="3829161572" sldId="262"/>
            <ac:grpSpMk id="48" creationId="{00E87497-2B1E-43F3-8850-6B2336345C42}"/>
          </ac:grpSpMkLst>
        </pc:grpChg>
      </pc:sldChg>
      <pc:sldChg chg="modSp add mod modTransition">
        <pc:chgData name="Kyle Pew" userId="57de5c48f32aaca3" providerId="LiveId" clId="{9FFC2E03-BBEA-4914-8F1D-4C32DE3317FE}" dt="2020-04-15T16:35:14.270" v="385"/>
        <pc:sldMkLst>
          <pc:docMk/>
          <pc:sldMk cId="1413520015" sldId="263"/>
        </pc:sldMkLst>
        <pc:spChg chg="mod">
          <ac:chgData name="Kyle Pew" userId="57de5c48f32aaca3" providerId="LiveId" clId="{9FFC2E03-BBEA-4914-8F1D-4C32DE3317FE}" dt="2020-04-15T16:34:43.816" v="382" actId="1076"/>
          <ac:spMkLst>
            <pc:docMk/>
            <pc:sldMk cId="1413520015" sldId="263"/>
            <ac:spMk id="54" creationId="{282E4B5B-8328-4DA5-85DA-E1C91895145A}"/>
          </ac:spMkLst>
        </pc:spChg>
        <pc:grpChg chg="mod">
          <ac:chgData name="Kyle Pew" userId="57de5c48f32aaca3" providerId="LiveId" clId="{9FFC2E03-BBEA-4914-8F1D-4C32DE3317FE}" dt="2020-04-15T16:34:43.816" v="382" actId="1076"/>
          <ac:grpSpMkLst>
            <pc:docMk/>
            <pc:sldMk cId="1413520015" sldId="263"/>
            <ac:grpSpMk id="19" creationId="{4EB52B50-DFDD-47A5-A441-53F651789DF4}"/>
          </ac:grpSpMkLst>
        </pc:grpChg>
      </pc:sldChg>
      <pc:sldChg chg="addSp delSp modSp new mod">
        <pc:chgData name="Kyle Pew" userId="57de5c48f32aaca3" providerId="LiveId" clId="{9FFC2E03-BBEA-4914-8F1D-4C32DE3317FE}" dt="2020-04-15T16:51:41.252" v="430" actId="478"/>
        <pc:sldMkLst>
          <pc:docMk/>
          <pc:sldMk cId="2122407094" sldId="264"/>
        </pc:sldMkLst>
        <pc:spChg chg="mod">
          <ac:chgData name="Kyle Pew" userId="57de5c48f32aaca3" providerId="LiveId" clId="{9FFC2E03-BBEA-4914-8F1D-4C32DE3317FE}" dt="2020-04-15T16:41:43.090" v="415" actId="207"/>
          <ac:spMkLst>
            <pc:docMk/>
            <pc:sldMk cId="2122407094" sldId="264"/>
            <ac:spMk id="2" creationId="{C9846F9D-1386-4EA9-8F22-65B27D968711}"/>
          </ac:spMkLst>
        </pc:spChg>
        <pc:spChg chg="del">
          <ac:chgData name="Kyle Pew" userId="57de5c48f32aaca3" providerId="LiveId" clId="{9FFC2E03-BBEA-4914-8F1D-4C32DE3317FE}" dt="2020-04-15T16:44:40.538" v="416" actId="478"/>
          <ac:spMkLst>
            <pc:docMk/>
            <pc:sldMk cId="2122407094" sldId="264"/>
            <ac:spMk id="3" creationId="{BCEED59F-B728-40E8-B9A9-F6B208AB966E}"/>
          </ac:spMkLst>
        </pc:spChg>
        <pc:spChg chg="add del mod">
          <ac:chgData name="Kyle Pew" userId="57de5c48f32aaca3" providerId="LiveId" clId="{9FFC2E03-BBEA-4914-8F1D-4C32DE3317FE}" dt="2020-04-15T16:51:41.252" v="430" actId="478"/>
          <ac:spMkLst>
            <pc:docMk/>
            <pc:sldMk cId="2122407094" sldId="264"/>
            <ac:spMk id="6" creationId="{07CE7F9B-C510-4C82-A5CA-9225A21EE317}"/>
          </ac:spMkLst>
        </pc:spChg>
        <pc:spChg chg="add del mod">
          <ac:chgData name="Kyle Pew" userId="57de5c48f32aaca3" providerId="LiveId" clId="{9FFC2E03-BBEA-4914-8F1D-4C32DE3317FE}" dt="2020-04-15T16:51:41.252" v="430" actId="478"/>
          <ac:spMkLst>
            <pc:docMk/>
            <pc:sldMk cId="2122407094" sldId="264"/>
            <ac:spMk id="8" creationId="{D5C580FF-21D7-4FD6-BBA9-FFD4A4BCECC9}"/>
          </ac:spMkLst>
        </pc:spChg>
        <pc:picChg chg="add mod">
          <ac:chgData name="Kyle Pew" userId="57de5c48f32aaca3" providerId="LiveId" clId="{9FFC2E03-BBEA-4914-8F1D-4C32DE3317FE}" dt="2020-04-15T16:44:55.294" v="419" actId="1076"/>
          <ac:picMkLst>
            <pc:docMk/>
            <pc:sldMk cId="2122407094" sldId="264"/>
            <ac:picMk id="4" creationId="{F87657E7-FF8A-4153-8F15-103FC48F6426}"/>
          </ac:picMkLst>
        </pc:picChg>
        <pc:picChg chg="add del mod">
          <ac:chgData name="Kyle Pew" userId="57de5c48f32aaca3" providerId="LiveId" clId="{9FFC2E03-BBEA-4914-8F1D-4C32DE3317FE}" dt="2020-04-15T16:51:41.252" v="430" actId="478"/>
          <ac:picMkLst>
            <pc:docMk/>
            <pc:sldMk cId="2122407094" sldId="264"/>
            <ac:picMk id="5" creationId="{58917FCA-09A4-4E15-B62F-06443EBEDC15}"/>
          </ac:picMkLst>
        </pc:picChg>
      </pc:sldChg>
      <pc:sldChg chg="add modTransition">
        <pc:chgData name="Kyle Pew" userId="57de5c48f32aaca3" providerId="LiveId" clId="{9FFC2E03-BBEA-4914-8F1D-4C32DE3317FE}" dt="2020-04-15T16:51:46.831" v="431"/>
        <pc:sldMkLst>
          <pc:docMk/>
          <pc:sldMk cId="1049346662" sldId="265"/>
        </pc:sldMkLst>
      </pc:sldChg>
      <pc:sldChg chg="addSp modSp new mod">
        <pc:chgData name="Kyle Pew" userId="57de5c48f32aaca3" providerId="LiveId" clId="{9FFC2E03-BBEA-4914-8F1D-4C32DE3317FE}" dt="2020-04-29T19:11:15.796" v="479" actId="1076"/>
        <pc:sldMkLst>
          <pc:docMk/>
          <pc:sldMk cId="2560530620" sldId="277"/>
        </pc:sldMkLst>
        <pc:spChg chg="mod">
          <ac:chgData name="Kyle Pew" userId="57de5c48f32aaca3" providerId="LiveId" clId="{9FFC2E03-BBEA-4914-8F1D-4C32DE3317FE}" dt="2020-04-29T19:10:25.916" v="455" actId="20577"/>
          <ac:spMkLst>
            <pc:docMk/>
            <pc:sldMk cId="2560530620" sldId="277"/>
            <ac:spMk id="2" creationId="{D2B01B76-28C0-4E0D-B102-684E8F71C0FD}"/>
          </ac:spMkLst>
        </pc:spChg>
        <pc:spChg chg="mod">
          <ac:chgData name="Kyle Pew" userId="57de5c48f32aaca3" providerId="LiveId" clId="{9FFC2E03-BBEA-4914-8F1D-4C32DE3317FE}" dt="2020-04-29T19:10:38.829" v="472" actId="20577"/>
          <ac:spMkLst>
            <pc:docMk/>
            <pc:sldMk cId="2560530620" sldId="277"/>
            <ac:spMk id="3" creationId="{D68CC388-06E9-4AB9-A48D-CFF4E76715C7}"/>
          </ac:spMkLst>
        </pc:spChg>
        <pc:picChg chg="add mod">
          <ac:chgData name="Kyle Pew" userId="57de5c48f32aaca3" providerId="LiveId" clId="{9FFC2E03-BBEA-4914-8F1D-4C32DE3317FE}" dt="2020-04-29T19:11:15.796" v="479" actId="1076"/>
          <ac:picMkLst>
            <pc:docMk/>
            <pc:sldMk cId="2560530620" sldId="277"/>
            <ac:picMk id="5" creationId="{706E1CC1-F8BA-42AF-A186-47E4C1EA3CBD}"/>
          </ac:picMkLst>
        </pc:picChg>
      </pc:sldChg>
      <pc:sldChg chg="delSp modSp new del mod">
        <pc:chgData name="Kyle Pew" userId="57de5c48f32aaca3" providerId="LiveId" clId="{9FFC2E03-BBEA-4914-8F1D-4C32DE3317FE}" dt="2020-04-29T19:16:32.590" v="514" actId="47"/>
        <pc:sldMkLst>
          <pc:docMk/>
          <pc:sldMk cId="1389933180" sldId="278"/>
        </pc:sldMkLst>
        <pc:spChg chg="mod">
          <ac:chgData name="Kyle Pew" userId="57de5c48f32aaca3" providerId="LiveId" clId="{9FFC2E03-BBEA-4914-8F1D-4C32DE3317FE}" dt="2020-04-29T19:15:29.424" v="512" actId="20577"/>
          <ac:spMkLst>
            <pc:docMk/>
            <pc:sldMk cId="1389933180" sldId="278"/>
            <ac:spMk id="2" creationId="{9CC74231-5412-4A6C-9946-51129FE2AADA}"/>
          </ac:spMkLst>
        </pc:spChg>
        <pc:spChg chg="del">
          <ac:chgData name="Kyle Pew" userId="57de5c48f32aaca3" providerId="LiveId" clId="{9FFC2E03-BBEA-4914-8F1D-4C32DE3317FE}" dt="2020-04-29T19:15:34.753" v="513" actId="478"/>
          <ac:spMkLst>
            <pc:docMk/>
            <pc:sldMk cId="1389933180" sldId="278"/>
            <ac:spMk id="3" creationId="{D40F399B-4C78-4955-A944-05B650FE39B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E5706-EC68-4BFA-B774-0464754CB8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03422-624B-46DE-BD43-6B249C0C0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3B803-4920-48CF-BD04-828A9F07A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380B3-ED02-49F9-A7DE-85674B0501C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5495-8525-4C7C-AED0-164C24B4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CA71C-CB19-45B1-8EC1-6BA61A835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6137-1750-4AC9-80EB-B7DDB1657BF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28B85E-80F4-4925-A940-2954C2BE734A}"/>
              </a:ext>
            </a:extLst>
          </p:cNvPr>
          <p:cNvCxnSpPr>
            <a:cxnSpLocks/>
          </p:cNvCxnSpPr>
          <p:nvPr userDrawn="1"/>
        </p:nvCxnSpPr>
        <p:spPr>
          <a:xfrm>
            <a:off x="838200" y="3443068"/>
            <a:ext cx="10515600" cy="0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58FE657-9B19-47FC-B32E-06C6410642D0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drawing of a face&#10;&#10;Description automatically generated">
            <a:extLst>
              <a:ext uri="{FF2B5EF4-FFF2-40B4-BE49-F238E27FC236}">
                <a16:creationId xmlns:a16="http://schemas.microsoft.com/office/drawing/2014/main" id="{B24D7B31-3969-416E-9A16-E4374CB691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9" y="6273614"/>
            <a:ext cx="1252330" cy="48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315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A3A17-5371-4920-BECF-E3F14F8DF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6000">
                <a:solidFill>
                  <a:schemeClr val="bg1"/>
                </a:solidFill>
                <a:latin typeface="Impact" panose="020B080603090205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5BFE0-2071-482D-8057-32EF865A2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C4CC7-10DB-4AD5-8D5F-3104CA76C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380B3-ED02-49F9-A7DE-85674B0501C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559CF-72A0-464A-B239-24FD0F5FB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5338C-BADD-4467-8DB9-E0255B480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6137-1750-4AC9-80EB-B7DDB1657BF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0F6B00-D3F1-407C-B22E-030171B91462}"/>
              </a:ext>
            </a:extLst>
          </p:cNvPr>
          <p:cNvCxnSpPr>
            <a:cxnSpLocks/>
          </p:cNvCxnSpPr>
          <p:nvPr userDrawn="1"/>
        </p:nvCxnSpPr>
        <p:spPr>
          <a:xfrm>
            <a:off x="838200" y="1447800"/>
            <a:ext cx="10515600" cy="0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96E6A893-B8FE-4916-83E2-53987B03B66C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drawing of a face&#10;&#10;Description automatically generated">
            <a:extLst>
              <a:ext uri="{FF2B5EF4-FFF2-40B4-BE49-F238E27FC236}">
                <a16:creationId xmlns:a16="http://schemas.microsoft.com/office/drawing/2014/main" id="{DF997E76-1268-4693-912F-FD34632281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9" y="6273614"/>
            <a:ext cx="1252330" cy="48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45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DB8C7-155B-4723-B170-1FCCAEE5D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B0D3AE-4F72-4619-B89A-769F09A20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5CF33-18A1-4D7D-926D-1D3A7564E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380B3-ED02-49F9-A7DE-85674B0501C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F4D4C-1A4A-495F-AA11-3515A1398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AD38C-81B7-4A2F-81B9-6B5AB215F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6137-1750-4AC9-80EB-B7DDB165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57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260F2-01B4-43EE-8417-195ABC940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6000" kern="1200" dirty="0">
                <a:solidFill>
                  <a:schemeClr val="bg1"/>
                </a:solidFill>
                <a:latin typeface="Impact" panose="020B080603090205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1BD56-CB6D-4061-84E1-B2C4AFC0C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en-US" sz="2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en-US" sz="2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en-US" sz="2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en-US" sz="2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en-US" sz="2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F55DC8-C1F2-4986-919D-EB2BB15B6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en-US" sz="2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en-US" sz="2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en-US" sz="2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en-US" sz="2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buFont typeface="Arial" panose="020B0604020202020204" pitchFamily="34" charset="0"/>
              <a:buChar char="•"/>
              <a:defRPr lang="en-US" sz="2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B854CA-CC37-4A0F-8A8D-D0AC903A7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380B3-ED02-49F9-A7DE-85674B0501C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8FA9A0-DE77-4AEA-A869-4960AC21E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FC3AE-E9B9-4253-9E27-53D34C023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6137-1750-4AC9-80EB-B7DDB1657BF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43C398-4799-4AE9-91F8-1BEE1CBCD86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447800"/>
            <a:ext cx="10515600" cy="0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F42B394-0B58-4097-BFE9-55D98F3E9DFF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drawing of a face&#10;&#10;Description automatically generated">
            <a:extLst>
              <a:ext uri="{FF2B5EF4-FFF2-40B4-BE49-F238E27FC236}">
                <a16:creationId xmlns:a16="http://schemas.microsoft.com/office/drawing/2014/main" id="{8FF1581F-3A83-42E4-95EB-E2FFD7E0F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9" y="6273614"/>
            <a:ext cx="1252330" cy="48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759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547A5-6EE6-41B7-AAF0-2E136A57B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8FCE3-28EE-4580-8974-F877019AE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91259-6143-4925-BD38-83DB39EB0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1620F8-1971-437E-B54B-5FE3C658C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EA6205-0A52-4D4D-B68B-4E1A995254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261B25-473C-4A8E-9970-92891341F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380B3-ED02-49F9-A7DE-85674B0501C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9866A6-CFC5-4425-9D00-3628A5130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B92F13-9B23-4D40-BEF6-D081451E0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6137-1750-4AC9-80EB-B7DDB165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262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6790D-48FF-4DE1-A04C-316775DE2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0C1FD2-8248-442E-BFD6-B43B863BD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380B3-ED02-49F9-A7DE-85674B0501C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0787BA-88DD-4F1C-9AB8-C8BC78749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A0E6B5-3F7C-462F-8592-191373515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6137-1750-4AC9-80EB-B7DDB165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988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3FB673-350A-4073-BAFF-C8E26CC3A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380B3-ED02-49F9-A7DE-85674B0501C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52E22-8BF6-4906-AB08-A7CFB8947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D6E2E-69B1-495E-844E-790CCDD9C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6137-1750-4AC9-80EB-B7DDB1657BF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661BD9-858A-4AF3-9B26-B2A083563003}"/>
              </a:ext>
            </a:extLst>
          </p:cNvPr>
          <p:cNvSpPr/>
          <p:nvPr userDrawn="1"/>
        </p:nvSpPr>
        <p:spPr>
          <a:xfrm>
            <a:off x="0" y="6176963"/>
            <a:ext cx="12192000" cy="6810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drawing of a face&#10;&#10;Description automatically generated">
            <a:extLst>
              <a:ext uri="{FF2B5EF4-FFF2-40B4-BE49-F238E27FC236}">
                <a16:creationId xmlns:a16="http://schemas.microsoft.com/office/drawing/2014/main" id="{CF52976B-DE50-4777-B2D1-58D075DB89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9" y="6273614"/>
            <a:ext cx="1252330" cy="48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259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0FA69-5651-4EB6-8295-2633A6FF7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0C926-0E33-48FC-ADC8-B9CF52513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4B4C2-999E-4BC5-B069-5CF94CF25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E6A18-D65B-4CA6-A664-F587413A6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380B3-ED02-49F9-A7DE-85674B0501C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E6AE07-F0F4-42E2-A6E0-8384361C1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96D24-9708-42FF-B099-051C369B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6137-1750-4AC9-80EB-B7DDB165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11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4723E-4BC7-4715-9775-D1D83FBF3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717301-F431-4066-801F-841E127D58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5AF51C-CA3B-4E67-9F51-FE25B4853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39622-ABA6-4E59-901F-EEB6055F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380B3-ED02-49F9-A7DE-85674B0501C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A55E57-A6C8-40DD-A1B4-C78A64E52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62461-D6AF-46C6-8B78-4F7B42BDF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6137-1750-4AC9-80EB-B7DDB165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603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E1307-7A67-433A-9826-F535E2530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88836E-45FA-4CCB-96F6-502DAF607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53E55-78F9-4187-A52B-4FF9A86F9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380B3-ED02-49F9-A7DE-85674B0501C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F59000-EE54-4725-8E1D-B51953E94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760FE-9FB1-47FE-9712-13A3A5846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6137-1750-4AC9-80EB-B7DDB165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77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D87AFB-ED37-4640-A2F9-DA79F54EA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B22B71-FAD8-4874-8A59-172D448C7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1B444-CF3F-4FF2-97ED-5D9F3C77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380B3-ED02-49F9-A7DE-85674B0501C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0A775-EC70-4E32-A04A-9DE67A618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BCCFD0-2FB6-4D8F-B5E7-36FCE742A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96137-1750-4AC9-80EB-B7DDB165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2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68EECC-5B7D-494B-82C7-06488E316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CF484-0715-4EFC-8059-932EBADA1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D6F43-D9EC-410E-8C85-C41A71DE74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380B3-ED02-49F9-A7DE-85674B0501C3}" type="datetimeFigureOut">
              <a:rPr lang="en-US" smtClean="0"/>
              <a:t>4/29/2020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DB3C7-1518-4EF2-B11E-8ECB16CD7D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DA126-AE89-48C7-B01D-93721C5F2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96137-1750-4AC9-80EB-B7DDB1657B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820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icrosoft.com/en-us/download/details.aspx?id=39379" TargetMode="Externa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EE7D-B730-4339-8169-29C2B55CC9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Microsoft Excel Power Query</a:t>
            </a:r>
            <a:endParaRPr lang="en-US" sz="48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9B7368-36DC-40D6-BB34-31D4CB9BB8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0574" y="3509963"/>
            <a:ext cx="1304926" cy="417512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Impact" panose="020B0806030902050204" pitchFamily="34" charset="0"/>
              </a:rPr>
              <a:t>Kyle Pew</a:t>
            </a:r>
          </a:p>
        </p:txBody>
      </p:sp>
    </p:spTree>
    <p:extLst>
      <p:ext uri="{BB962C8B-B14F-4D97-AF65-F5344CB8AC3E}">
        <p14:creationId xmlns:p14="http://schemas.microsoft.com/office/powerpoint/2010/main" val="2568074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6A833-E05F-4D6A-8591-A36EEC20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POWER QUERY?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20921C-AABC-44EA-8AF1-4455AC891F69}"/>
              </a:ext>
            </a:extLst>
          </p:cNvPr>
          <p:cNvGrpSpPr/>
          <p:nvPr/>
        </p:nvGrpSpPr>
        <p:grpSpPr>
          <a:xfrm>
            <a:off x="1525589" y="5068526"/>
            <a:ext cx="960436" cy="960438"/>
            <a:chOff x="1066800" y="3777087"/>
            <a:chExt cx="1325563" cy="132556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E2470CB-48AB-4C85-AA6F-BFD777E3A002}"/>
                </a:ext>
              </a:extLst>
            </p:cNvPr>
            <p:cNvSpPr/>
            <p:nvPr/>
          </p:nvSpPr>
          <p:spPr>
            <a:xfrm>
              <a:off x="1066800" y="3777087"/>
              <a:ext cx="1325563" cy="1325563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" name="Content Placeholder 4" descr="Network diagram">
              <a:extLst>
                <a:ext uri="{FF2B5EF4-FFF2-40B4-BE49-F238E27FC236}">
                  <a16:creationId xmlns:a16="http://schemas.microsoft.com/office/drawing/2014/main" id="{97D1E3F4-C327-4486-AB64-090C606DFFB7}"/>
                </a:ext>
              </a:extLst>
            </p:cNvPr>
            <p:cNvGrpSpPr/>
            <p:nvPr/>
          </p:nvGrpSpPr>
          <p:grpSpPr>
            <a:xfrm flipH="1">
              <a:off x="1141412" y="3895725"/>
              <a:ext cx="1176338" cy="1176338"/>
              <a:chOff x="1541462" y="4210050"/>
              <a:chExt cx="1176338" cy="1176338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5847D29C-C2AF-4519-BFA3-BBCC5AF286C7}"/>
                  </a:ext>
                </a:extLst>
              </p:cNvPr>
              <p:cNvSpPr/>
              <p:nvPr/>
            </p:nvSpPr>
            <p:spPr>
              <a:xfrm>
                <a:off x="1713011" y="4700190"/>
                <a:ext cx="171549" cy="171549"/>
              </a:xfrm>
              <a:custGeom>
                <a:avLst/>
                <a:gdLst>
                  <a:gd name="connsiteX0" fmla="*/ 0 w 171549"/>
                  <a:gd name="connsiteY0" fmla="*/ 0 h 171549"/>
                  <a:gd name="connsiteX1" fmla="*/ 171549 w 171549"/>
                  <a:gd name="connsiteY1" fmla="*/ 0 h 171549"/>
                  <a:gd name="connsiteX2" fmla="*/ 171549 w 171549"/>
                  <a:gd name="connsiteY2" fmla="*/ 171549 h 171549"/>
                  <a:gd name="connsiteX3" fmla="*/ 0 w 171549"/>
                  <a:gd name="connsiteY3" fmla="*/ 171549 h 171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49" h="171549">
                    <a:moveTo>
                      <a:pt x="0" y="0"/>
                    </a:moveTo>
                    <a:lnTo>
                      <a:pt x="171549" y="0"/>
                    </a:lnTo>
                    <a:lnTo>
                      <a:pt x="171549" y="171549"/>
                    </a:lnTo>
                    <a:lnTo>
                      <a:pt x="0" y="171549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882165EF-C8CC-44CC-88BB-191728E62334}"/>
                  </a:ext>
                </a:extLst>
              </p:cNvPr>
              <p:cNvSpPr/>
              <p:nvPr/>
            </p:nvSpPr>
            <p:spPr>
              <a:xfrm>
                <a:off x="2374701" y="4700190"/>
                <a:ext cx="171549" cy="171549"/>
              </a:xfrm>
              <a:custGeom>
                <a:avLst/>
                <a:gdLst>
                  <a:gd name="connsiteX0" fmla="*/ 0 w 171549"/>
                  <a:gd name="connsiteY0" fmla="*/ 0 h 171549"/>
                  <a:gd name="connsiteX1" fmla="*/ 171549 w 171549"/>
                  <a:gd name="connsiteY1" fmla="*/ 0 h 171549"/>
                  <a:gd name="connsiteX2" fmla="*/ 171549 w 171549"/>
                  <a:gd name="connsiteY2" fmla="*/ 171549 h 171549"/>
                  <a:gd name="connsiteX3" fmla="*/ 0 w 171549"/>
                  <a:gd name="connsiteY3" fmla="*/ 171549 h 171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49" h="171549">
                    <a:moveTo>
                      <a:pt x="0" y="0"/>
                    </a:moveTo>
                    <a:lnTo>
                      <a:pt x="171549" y="0"/>
                    </a:lnTo>
                    <a:lnTo>
                      <a:pt x="171549" y="171549"/>
                    </a:lnTo>
                    <a:lnTo>
                      <a:pt x="0" y="171549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BDB51B97-39DC-483E-99C4-A5C77B695785}"/>
                  </a:ext>
                </a:extLst>
              </p:cNvPr>
              <p:cNvSpPr/>
              <p:nvPr/>
            </p:nvSpPr>
            <p:spPr>
              <a:xfrm>
                <a:off x="1713011" y="4369345"/>
                <a:ext cx="171549" cy="171549"/>
              </a:xfrm>
              <a:custGeom>
                <a:avLst/>
                <a:gdLst>
                  <a:gd name="connsiteX0" fmla="*/ 0 w 171549"/>
                  <a:gd name="connsiteY0" fmla="*/ 0 h 171549"/>
                  <a:gd name="connsiteX1" fmla="*/ 171549 w 171549"/>
                  <a:gd name="connsiteY1" fmla="*/ 0 h 171549"/>
                  <a:gd name="connsiteX2" fmla="*/ 171549 w 171549"/>
                  <a:gd name="connsiteY2" fmla="*/ 171549 h 171549"/>
                  <a:gd name="connsiteX3" fmla="*/ 0 w 171549"/>
                  <a:gd name="connsiteY3" fmla="*/ 171549 h 171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49" h="171549">
                    <a:moveTo>
                      <a:pt x="0" y="0"/>
                    </a:moveTo>
                    <a:lnTo>
                      <a:pt x="171549" y="0"/>
                    </a:lnTo>
                    <a:lnTo>
                      <a:pt x="171549" y="171549"/>
                    </a:lnTo>
                    <a:lnTo>
                      <a:pt x="0" y="171549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60BAD1-B107-4DE9-8E91-DFDF1DCBE841}"/>
                  </a:ext>
                </a:extLst>
              </p:cNvPr>
              <p:cNvSpPr/>
              <p:nvPr/>
            </p:nvSpPr>
            <p:spPr>
              <a:xfrm>
                <a:off x="1713011" y="5031035"/>
                <a:ext cx="171549" cy="171549"/>
              </a:xfrm>
              <a:custGeom>
                <a:avLst/>
                <a:gdLst>
                  <a:gd name="connsiteX0" fmla="*/ 0 w 171549"/>
                  <a:gd name="connsiteY0" fmla="*/ 0 h 171549"/>
                  <a:gd name="connsiteX1" fmla="*/ 171549 w 171549"/>
                  <a:gd name="connsiteY1" fmla="*/ 0 h 171549"/>
                  <a:gd name="connsiteX2" fmla="*/ 171549 w 171549"/>
                  <a:gd name="connsiteY2" fmla="*/ 171549 h 171549"/>
                  <a:gd name="connsiteX3" fmla="*/ 0 w 171549"/>
                  <a:gd name="connsiteY3" fmla="*/ 171549 h 171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49" h="171549">
                    <a:moveTo>
                      <a:pt x="0" y="0"/>
                    </a:moveTo>
                    <a:lnTo>
                      <a:pt x="171549" y="0"/>
                    </a:lnTo>
                    <a:lnTo>
                      <a:pt x="171549" y="171549"/>
                    </a:lnTo>
                    <a:lnTo>
                      <a:pt x="0" y="171549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9A50421-B363-4091-A400-1A41374BE83F}"/>
                  </a:ext>
                </a:extLst>
              </p:cNvPr>
              <p:cNvSpPr/>
              <p:nvPr/>
            </p:nvSpPr>
            <p:spPr>
              <a:xfrm>
                <a:off x="1933574" y="4430613"/>
                <a:ext cx="392112" cy="710704"/>
              </a:xfrm>
              <a:custGeom>
                <a:avLst/>
                <a:gdLst>
                  <a:gd name="connsiteX0" fmla="*/ 220563 w 392112"/>
                  <a:gd name="connsiteY0" fmla="*/ 0 h 710704"/>
                  <a:gd name="connsiteX1" fmla="*/ 0 w 392112"/>
                  <a:gd name="connsiteY1" fmla="*/ 0 h 710704"/>
                  <a:gd name="connsiteX2" fmla="*/ 0 w 392112"/>
                  <a:gd name="connsiteY2" fmla="*/ 49014 h 710704"/>
                  <a:gd name="connsiteX3" fmla="*/ 171549 w 392112"/>
                  <a:gd name="connsiteY3" fmla="*/ 49014 h 710704"/>
                  <a:gd name="connsiteX4" fmla="*/ 171549 w 392112"/>
                  <a:gd name="connsiteY4" fmla="*/ 330845 h 710704"/>
                  <a:gd name="connsiteX5" fmla="*/ 0 w 392112"/>
                  <a:gd name="connsiteY5" fmla="*/ 330845 h 710704"/>
                  <a:gd name="connsiteX6" fmla="*/ 0 w 392112"/>
                  <a:gd name="connsiteY6" fmla="*/ 379859 h 710704"/>
                  <a:gd name="connsiteX7" fmla="*/ 171549 w 392112"/>
                  <a:gd name="connsiteY7" fmla="*/ 379859 h 710704"/>
                  <a:gd name="connsiteX8" fmla="*/ 171549 w 392112"/>
                  <a:gd name="connsiteY8" fmla="*/ 661690 h 710704"/>
                  <a:gd name="connsiteX9" fmla="*/ 0 w 392112"/>
                  <a:gd name="connsiteY9" fmla="*/ 661690 h 710704"/>
                  <a:gd name="connsiteX10" fmla="*/ 0 w 392112"/>
                  <a:gd name="connsiteY10" fmla="*/ 710704 h 710704"/>
                  <a:gd name="connsiteX11" fmla="*/ 220563 w 392112"/>
                  <a:gd name="connsiteY11" fmla="*/ 710704 h 710704"/>
                  <a:gd name="connsiteX12" fmla="*/ 220563 w 392112"/>
                  <a:gd name="connsiteY12" fmla="*/ 379859 h 710704"/>
                  <a:gd name="connsiteX13" fmla="*/ 392113 w 392112"/>
                  <a:gd name="connsiteY13" fmla="*/ 379859 h 710704"/>
                  <a:gd name="connsiteX14" fmla="*/ 392113 w 392112"/>
                  <a:gd name="connsiteY14" fmla="*/ 330845 h 710704"/>
                  <a:gd name="connsiteX15" fmla="*/ 220563 w 392112"/>
                  <a:gd name="connsiteY15" fmla="*/ 330845 h 710704"/>
                  <a:gd name="connsiteX16" fmla="*/ 220563 w 392112"/>
                  <a:gd name="connsiteY16" fmla="*/ 0 h 710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92112" h="710704">
                    <a:moveTo>
                      <a:pt x="220563" y="0"/>
                    </a:moveTo>
                    <a:lnTo>
                      <a:pt x="0" y="0"/>
                    </a:lnTo>
                    <a:lnTo>
                      <a:pt x="0" y="49014"/>
                    </a:lnTo>
                    <a:lnTo>
                      <a:pt x="171549" y="49014"/>
                    </a:lnTo>
                    <a:lnTo>
                      <a:pt x="171549" y="330845"/>
                    </a:lnTo>
                    <a:lnTo>
                      <a:pt x="0" y="330845"/>
                    </a:lnTo>
                    <a:lnTo>
                      <a:pt x="0" y="379859"/>
                    </a:lnTo>
                    <a:lnTo>
                      <a:pt x="171549" y="379859"/>
                    </a:lnTo>
                    <a:lnTo>
                      <a:pt x="171549" y="661690"/>
                    </a:lnTo>
                    <a:lnTo>
                      <a:pt x="0" y="661690"/>
                    </a:lnTo>
                    <a:lnTo>
                      <a:pt x="0" y="710704"/>
                    </a:lnTo>
                    <a:lnTo>
                      <a:pt x="220563" y="710704"/>
                    </a:lnTo>
                    <a:lnTo>
                      <a:pt x="220563" y="379859"/>
                    </a:lnTo>
                    <a:lnTo>
                      <a:pt x="392113" y="379859"/>
                    </a:lnTo>
                    <a:lnTo>
                      <a:pt x="392113" y="330845"/>
                    </a:lnTo>
                    <a:lnTo>
                      <a:pt x="220563" y="330845"/>
                    </a:lnTo>
                    <a:lnTo>
                      <a:pt x="22056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EB52B50-DFDD-47A5-A441-53F651789DF4}"/>
              </a:ext>
            </a:extLst>
          </p:cNvPr>
          <p:cNvGrpSpPr/>
          <p:nvPr/>
        </p:nvGrpSpPr>
        <p:grpSpPr>
          <a:xfrm>
            <a:off x="9705975" y="5058313"/>
            <a:ext cx="960436" cy="960438"/>
            <a:chOff x="9801225" y="4528344"/>
            <a:chExt cx="960436" cy="96043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4067B4A-E7ED-4943-9ADC-7011E78FC3DF}"/>
                </a:ext>
              </a:extLst>
            </p:cNvPr>
            <p:cNvSpPr/>
            <p:nvPr/>
          </p:nvSpPr>
          <p:spPr>
            <a:xfrm>
              <a:off x="9801225" y="4528344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" name="Graphic 14" descr="Share">
              <a:extLst>
                <a:ext uri="{FF2B5EF4-FFF2-40B4-BE49-F238E27FC236}">
                  <a16:creationId xmlns:a16="http://schemas.microsoft.com/office/drawing/2014/main" id="{31DD7534-E6D1-466B-8AFC-E75FA9085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31389" y="4550777"/>
              <a:ext cx="914400" cy="9144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19CB11C-E913-4873-9EE4-7BBA95797528}"/>
              </a:ext>
            </a:extLst>
          </p:cNvPr>
          <p:cNvSpPr txBox="1"/>
          <p:nvPr/>
        </p:nvSpPr>
        <p:spPr>
          <a:xfrm>
            <a:off x="838199" y="169740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Power Query is a data connection feature, within Microsoft Excel, that enables Excel users to discover, connect, combine and transform data sources to meet your reporting needs.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01CA05-B1DE-4229-8D46-9D2297A21EE7}"/>
              </a:ext>
            </a:extLst>
          </p:cNvPr>
          <p:cNvSpPr txBox="1"/>
          <p:nvPr/>
        </p:nvSpPr>
        <p:spPr>
          <a:xfrm>
            <a:off x="1395736" y="6146888"/>
            <a:ext cx="1220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DISCOVER/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CONNECT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3E72CE0-4BF5-4519-BE77-69BDC75E9169}"/>
              </a:ext>
            </a:extLst>
          </p:cNvPr>
          <p:cNvGrpSpPr/>
          <p:nvPr/>
        </p:nvGrpSpPr>
        <p:grpSpPr>
          <a:xfrm>
            <a:off x="4338230" y="5082646"/>
            <a:ext cx="960436" cy="960438"/>
            <a:chOff x="5748309" y="4008218"/>
            <a:chExt cx="960436" cy="960438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BFCB3ED-DD9B-4EA2-B68F-BDD42FC99024}"/>
                </a:ext>
              </a:extLst>
            </p:cNvPr>
            <p:cNvSpPr/>
            <p:nvPr/>
          </p:nvSpPr>
          <p:spPr>
            <a:xfrm>
              <a:off x="5748309" y="4008218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2" name="Graphic 21" descr="Database">
              <a:extLst>
                <a:ext uri="{FF2B5EF4-FFF2-40B4-BE49-F238E27FC236}">
                  <a16:creationId xmlns:a16="http://schemas.microsoft.com/office/drawing/2014/main" id="{9EDF3442-04E1-4093-831B-E6613BEF1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25561" y="4139812"/>
              <a:ext cx="599052" cy="599052"/>
            </a:xfrm>
            <a:prstGeom prst="rect">
              <a:avLst/>
            </a:prstGeom>
          </p:spPr>
        </p:pic>
        <p:pic>
          <p:nvPicPr>
            <p:cNvPr id="28" name="Graphic 27" descr="Filter">
              <a:extLst>
                <a:ext uri="{FF2B5EF4-FFF2-40B4-BE49-F238E27FC236}">
                  <a16:creationId xmlns:a16="http://schemas.microsoft.com/office/drawing/2014/main" id="{07FDABC8-F56B-46AD-AB36-31BD1E458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60104" y="4350163"/>
              <a:ext cx="599052" cy="599052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0E87497-2B1E-43F3-8850-6B2336345C42}"/>
              </a:ext>
            </a:extLst>
          </p:cNvPr>
          <p:cNvGrpSpPr/>
          <p:nvPr/>
        </p:nvGrpSpPr>
        <p:grpSpPr>
          <a:xfrm>
            <a:off x="7150871" y="5082646"/>
            <a:ext cx="960436" cy="960438"/>
            <a:chOff x="7150872" y="3008065"/>
            <a:chExt cx="960436" cy="96043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4516708-F92C-43E6-A29C-0F4579756F15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3" name="Graphic 32" descr="Document">
              <a:extLst>
                <a:ext uri="{FF2B5EF4-FFF2-40B4-BE49-F238E27FC236}">
                  <a16:creationId xmlns:a16="http://schemas.microsoft.com/office/drawing/2014/main" id="{4A030353-7D10-4452-897D-A5ABCCCD8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403160" y="3426722"/>
              <a:ext cx="455860" cy="455860"/>
            </a:xfrm>
            <a:prstGeom prst="rect">
              <a:avLst/>
            </a:prstGeom>
          </p:spPr>
        </p:pic>
        <p:pic>
          <p:nvPicPr>
            <p:cNvPr id="31" name="Graphic 30" descr="Table">
              <a:extLst>
                <a:ext uri="{FF2B5EF4-FFF2-40B4-BE49-F238E27FC236}">
                  <a16:creationId xmlns:a16="http://schemas.microsoft.com/office/drawing/2014/main" id="{36B57BAB-A521-4401-93E7-2ACA17490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268116" y="3079513"/>
              <a:ext cx="339286" cy="339286"/>
            </a:xfrm>
            <a:prstGeom prst="rect">
              <a:avLst/>
            </a:prstGeom>
          </p:spPr>
        </p:pic>
        <p:pic>
          <p:nvPicPr>
            <p:cNvPr id="40" name="Graphic 39" descr="Table">
              <a:extLst>
                <a:ext uri="{FF2B5EF4-FFF2-40B4-BE49-F238E27FC236}">
                  <a16:creationId xmlns:a16="http://schemas.microsoft.com/office/drawing/2014/main" id="{5B85C2ED-C608-4EB2-B50E-7FBE380DD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37566" y="3079513"/>
              <a:ext cx="339286" cy="339286"/>
            </a:xfrm>
            <a:prstGeom prst="rect">
              <a:avLst/>
            </a:prstGeom>
          </p:spPr>
        </p:pic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CF71BB-04B2-49E0-96C6-07FE9806288E}"/>
                </a:ext>
              </a:extLst>
            </p:cNvPr>
            <p:cNvCxnSpPr>
              <a:cxnSpLocks/>
            </p:cNvCxnSpPr>
            <p:nvPr/>
          </p:nvCxnSpPr>
          <p:spPr>
            <a:xfrm>
              <a:off x="7414857" y="3350010"/>
              <a:ext cx="110804" cy="105451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9075FF6-4864-46A1-BD6B-DDA3655175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18679" y="3350900"/>
              <a:ext cx="83076" cy="137384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886E851F-6A29-4EF9-9355-991915B70926}"/>
              </a:ext>
            </a:extLst>
          </p:cNvPr>
          <p:cNvSpPr txBox="1"/>
          <p:nvPr/>
        </p:nvSpPr>
        <p:spPr>
          <a:xfrm>
            <a:off x="4124412" y="6146888"/>
            <a:ext cx="138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TRANSFORM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891040-3323-4150-BB42-48DBA3447FC6}"/>
              </a:ext>
            </a:extLst>
          </p:cNvPr>
          <p:cNvSpPr txBox="1"/>
          <p:nvPr/>
        </p:nvSpPr>
        <p:spPr>
          <a:xfrm>
            <a:off x="7168911" y="6146888"/>
            <a:ext cx="1099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MERGE/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COMBINE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2E4B5B-8328-4DA5-85DA-E1C91895145A}"/>
              </a:ext>
            </a:extLst>
          </p:cNvPr>
          <p:cNvSpPr txBox="1"/>
          <p:nvPr/>
        </p:nvSpPr>
        <p:spPr>
          <a:xfrm>
            <a:off x="9783678" y="6146888"/>
            <a:ext cx="80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SHARE</a:t>
            </a:r>
          </a:p>
        </p:txBody>
      </p:sp>
    </p:spTree>
    <p:extLst>
      <p:ext uri="{BB962C8B-B14F-4D97-AF65-F5344CB8AC3E}">
        <p14:creationId xmlns:p14="http://schemas.microsoft.com/office/powerpoint/2010/main" val="3219675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6A833-E05F-4D6A-8591-A36EEC20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POWER QUERY?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20921C-AABC-44EA-8AF1-4455AC891F69}"/>
              </a:ext>
            </a:extLst>
          </p:cNvPr>
          <p:cNvGrpSpPr/>
          <p:nvPr/>
        </p:nvGrpSpPr>
        <p:grpSpPr>
          <a:xfrm>
            <a:off x="1525589" y="3015282"/>
            <a:ext cx="960436" cy="960438"/>
            <a:chOff x="1066800" y="3777087"/>
            <a:chExt cx="1325563" cy="132556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E2470CB-48AB-4C85-AA6F-BFD777E3A002}"/>
                </a:ext>
              </a:extLst>
            </p:cNvPr>
            <p:cNvSpPr/>
            <p:nvPr/>
          </p:nvSpPr>
          <p:spPr>
            <a:xfrm>
              <a:off x="1066800" y="3777087"/>
              <a:ext cx="1325563" cy="1325563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" name="Content Placeholder 4" descr="Network diagram">
              <a:extLst>
                <a:ext uri="{FF2B5EF4-FFF2-40B4-BE49-F238E27FC236}">
                  <a16:creationId xmlns:a16="http://schemas.microsoft.com/office/drawing/2014/main" id="{97D1E3F4-C327-4486-AB64-090C606DFFB7}"/>
                </a:ext>
              </a:extLst>
            </p:cNvPr>
            <p:cNvGrpSpPr/>
            <p:nvPr/>
          </p:nvGrpSpPr>
          <p:grpSpPr>
            <a:xfrm flipH="1">
              <a:off x="1141412" y="3895725"/>
              <a:ext cx="1176338" cy="1176338"/>
              <a:chOff x="1541462" y="4210050"/>
              <a:chExt cx="1176338" cy="1176338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5847D29C-C2AF-4519-BFA3-BBCC5AF286C7}"/>
                  </a:ext>
                </a:extLst>
              </p:cNvPr>
              <p:cNvSpPr/>
              <p:nvPr/>
            </p:nvSpPr>
            <p:spPr>
              <a:xfrm>
                <a:off x="1713011" y="4700190"/>
                <a:ext cx="171549" cy="171549"/>
              </a:xfrm>
              <a:custGeom>
                <a:avLst/>
                <a:gdLst>
                  <a:gd name="connsiteX0" fmla="*/ 0 w 171549"/>
                  <a:gd name="connsiteY0" fmla="*/ 0 h 171549"/>
                  <a:gd name="connsiteX1" fmla="*/ 171549 w 171549"/>
                  <a:gd name="connsiteY1" fmla="*/ 0 h 171549"/>
                  <a:gd name="connsiteX2" fmla="*/ 171549 w 171549"/>
                  <a:gd name="connsiteY2" fmla="*/ 171549 h 171549"/>
                  <a:gd name="connsiteX3" fmla="*/ 0 w 171549"/>
                  <a:gd name="connsiteY3" fmla="*/ 171549 h 171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49" h="171549">
                    <a:moveTo>
                      <a:pt x="0" y="0"/>
                    </a:moveTo>
                    <a:lnTo>
                      <a:pt x="171549" y="0"/>
                    </a:lnTo>
                    <a:lnTo>
                      <a:pt x="171549" y="171549"/>
                    </a:lnTo>
                    <a:lnTo>
                      <a:pt x="0" y="171549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882165EF-C8CC-44CC-88BB-191728E62334}"/>
                  </a:ext>
                </a:extLst>
              </p:cNvPr>
              <p:cNvSpPr/>
              <p:nvPr/>
            </p:nvSpPr>
            <p:spPr>
              <a:xfrm>
                <a:off x="2374701" y="4700190"/>
                <a:ext cx="171549" cy="171549"/>
              </a:xfrm>
              <a:custGeom>
                <a:avLst/>
                <a:gdLst>
                  <a:gd name="connsiteX0" fmla="*/ 0 w 171549"/>
                  <a:gd name="connsiteY0" fmla="*/ 0 h 171549"/>
                  <a:gd name="connsiteX1" fmla="*/ 171549 w 171549"/>
                  <a:gd name="connsiteY1" fmla="*/ 0 h 171549"/>
                  <a:gd name="connsiteX2" fmla="*/ 171549 w 171549"/>
                  <a:gd name="connsiteY2" fmla="*/ 171549 h 171549"/>
                  <a:gd name="connsiteX3" fmla="*/ 0 w 171549"/>
                  <a:gd name="connsiteY3" fmla="*/ 171549 h 171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49" h="171549">
                    <a:moveTo>
                      <a:pt x="0" y="0"/>
                    </a:moveTo>
                    <a:lnTo>
                      <a:pt x="171549" y="0"/>
                    </a:lnTo>
                    <a:lnTo>
                      <a:pt x="171549" y="171549"/>
                    </a:lnTo>
                    <a:lnTo>
                      <a:pt x="0" y="171549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BDB51B97-39DC-483E-99C4-A5C77B695785}"/>
                  </a:ext>
                </a:extLst>
              </p:cNvPr>
              <p:cNvSpPr/>
              <p:nvPr/>
            </p:nvSpPr>
            <p:spPr>
              <a:xfrm>
                <a:off x="1713011" y="4369345"/>
                <a:ext cx="171549" cy="171549"/>
              </a:xfrm>
              <a:custGeom>
                <a:avLst/>
                <a:gdLst>
                  <a:gd name="connsiteX0" fmla="*/ 0 w 171549"/>
                  <a:gd name="connsiteY0" fmla="*/ 0 h 171549"/>
                  <a:gd name="connsiteX1" fmla="*/ 171549 w 171549"/>
                  <a:gd name="connsiteY1" fmla="*/ 0 h 171549"/>
                  <a:gd name="connsiteX2" fmla="*/ 171549 w 171549"/>
                  <a:gd name="connsiteY2" fmla="*/ 171549 h 171549"/>
                  <a:gd name="connsiteX3" fmla="*/ 0 w 171549"/>
                  <a:gd name="connsiteY3" fmla="*/ 171549 h 171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49" h="171549">
                    <a:moveTo>
                      <a:pt x="0" y="0"/>
                    </a:moveTo>
                    <a:lnTo>
                      <a:pt x="171549" y="0"/>
                    </a:lnTo>
                    <a:lnTo>
                      <a:pt x="171549" y="171549"/>
                    </a:lnTo>
                    <a:lnTo>
                      <a:pt x="0" y="171549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60BAD1-B107-4DE9-8E91-DFDF1DCBE841}"/>
                  </a:ext>
                </a:extLst>
              </p:cNvPr>
              <p:cNvSpPr/>
              <p:nvPr/>
            </p:nvSpPr>
            <p:spPr>
              <a:xfrm>
                <a:off x="1713011" y="5031035"/>
                <a:ext cx="171549" cy="171549"/>
              </a:xfrm>
              <a:custGeom>
                <a:avLst/>
                <a:gdLst>
                  <a:gd name="connsiteX0" fmla="*/ 0 w 171549"/>
                  <a:gd name="connsiteY0" fmla="*/ 0 h 171549"/>
                  <a:gd name="connsiteX1" fmla="*/ 171549 w 171549"/>
                  <a:gd name="connsiteY1" fmla="*/ 0 h 171549"/>
                  <a:gd name="connsiteX2" fmla="*/ 171549 w 171549"/>
                  <a:gd name="connsiteY2" fmla="*/ 171549 h 171549"/>
                  <a:gd name="connsiteX3" fmla="*/ 0 w 171549"/>
                  <a:gd name="connsiteY3" fmla="*/ 171549 h 171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49" h="171549">
                    <a:moveTo>
                      <a:pt x="0" y="0"/>
                    </a:moveTo>
                    <a:lnTo>
                      <a:pt x="171549" y="0"/>
                    </a:lnTo>
                    <a:lnTo>
                      <a:pt x="171549" y="171549"/>
                    </a:lnTo>
                    <a:lnTo>
                      <a:pt x="0" y="171549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9A50421-B363-4091-A400-1A41374BE83F}"/>
                  </a:ext>
                </a:extLst>
              </p:cNvPr>
              <p:cNvSpPr/>
              <p:nvPr/>
            </p:nvSpPr>
            <p:spPr>
              <a:xfrm>
                <a:off x="1933574" y="4430613"/>
                <a:ext cx="392112" cy="710704"/>
              </a:xfrm>
              <a:custGeom>
                <a:avLst/>
                <a:gdLst>
                  <a:gd name="connsiteX0" fmla="*/ 220563 w 392112"/>
                  <a:gd name="connsiteY0" fmla="*/ 0 h 710704"/>
                  <a:gd name="connsiteX1" fmla="*/ 0 w 392112"/>
                  <a:gd name="connsiteY1" fmla="*/ 0 h 710704"/>
                  <a:gd name="connsiteX2" fmla="*/ 0 w 392112"/>
                  <a:gd name="connsiteY2" fmla="*/ 49014 h 710704"/>
                  <a:gd name="connsiteX3" fmla="*/ 171549 w 392112"/>
                  <a:gd name="connsiteY3" fmla="*/ 49014 h 710704"/>
                  <a:gd name="connsiteX4" fmla="*/ 171549 w 392112"/>
                  <a:gd name="connsiteY4" fmla="*/ 330845 h 710704"/>
                  <a:gd name="connsiteX5" fmla="*/ 0 w 392112"/>
                  <a:gd name="connsiteY5" fmla="*/ 330845 h 710704"/>
                  <a:gd name="connsiteX6" fmla="*/ 0 w 392112"/>
                  <a:gd name="connsiteY6" fmla="*/ 379859 h 710704"/>
                  <a:gd name="connsiteX7" fmla="*/ 171549 w 392112"/>
                  <a:gd name="connsiteY7" fmla="*/ 379859 h 710704"/>
                  <a:gd name="connsiteX8" fmla="*/ 171549 w 392112"/>
                  <a:gd name="connsiteY8" fmla="*/ 661690 h 710704"/>
                  <a:gd name="connsiteX9" fmla="*/ 0 w 392112"/>
                  <a:gd name="connsiteY9" fmla="*/ 661690 h 710704"/>
                  <a:gd name="connsiteX10" fmla="*/ 0 w 392112"/>
                  <a:gd name="connsiteY10" fmla="*/ 710704 h 710704"/>
                  <a:gd name="connsiteX11" fmla="*/ 220563 w 392112"/>
                  <a:gd name="connsiteY11" fmla="*/ 710704 h 710704"/>
                  <a:gd name="connsiteX12" fmla="*/ 220563 w 392112"/>
                  <a:gd name="connsiteY12" fmla="*/ 379859 h 710704"/>
                  <a:gd name="connsiteX13" fmla="*/ 392113 w 392112"/>
                  <a:gd name="connsiteY13" fmla="*/ 379859 h 710704"/>
                  <a:gd name="connsiteX14" fmla="*/ 392113 w 392112"/>
                  <a:gd name="connsiteY14" fmla="*/ 330845 h 710704"/>
                  <a:gd name="connsiteX15" fmla="*/ 220563 w 392112"/>
                  <a:gd name="connsiteY15" fmla="*/ 330845 h 710704"/>
                  <a:gd name="connsiteX16" fmla="*/ 220563 w 392112"/>
                  <a:gd name="connsiteY16" fmla="*/ 0 h 710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92112" h="710704">
                    <a:moveTo>
                      <a:pt x="220563" y="0"/>
                    </a:moveTo>
                    <a:lnTo>
                      <a:pt x="0" y="0"/>
                    </a:lnTo>
                    <a:lnTo>
                      <a:pt x="0" y="49014"/>
                    </a:lnTo>
                    <a:lnTo>
                      <a:pt x="171549" y="49014"/>
                    </a:lnTo>
                    <a:lnTo>
                      <a:pt x="171549" y="330845"/>
                    </a:lnTo>
                    <a:lnTo>
                      <a:pt x="0" y="330845"/>
                    </a:lnTo>
                    <a:lnTo>
                      <a:pt x="0" y="379859"/>
                    </a:lnTo>
                    <a:lnTo>
                      <a:pt x="171549" y="379859"/>
                    </a:lnTo>
                    <a:lnTo>
                      <a:pt x="171549" y="661690"/>
                    </a:lnTo>
                    <a:lnTo>
                      <a:pt x="0" y="661690"/>
                    </a:lnTo>
                    <a:lnTo>
                      <a:pt x="0" y="710704"/>
                    </a:lnTo>
                    <a:lnTo>
                      <a:pt x="220563" y="710704"/>
                    </a:lnTo>
                    <a:lnTo>
                      <a:pt x="220563" y="379859"/>
                    </a:lnTo>
                    <a:lnTo>
                      <a:pt x="392113" y="379859"/>
                    </a:lnTo>
                    <a:lnTo>
                      <a:pt x="392113" y="330845"/>
                    </a:lnTo>
                    <a:lnTo>
                      <a:pt x="220563" y="330845"/>
                    </a:lnTo>
                    <a:lnTo>
                      <a:pt x="22056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EB52B50-DFDD-47A5-A441-53F651789DF4}"/>
              </a:ext>
            </a:extLst>
          </p:cNvPr>
          <p:cNvGrpSpPr/>
          <p:nvPr/>
        </p:nvGrpSpPr>
        <p:grpSpPr>
          <a:xfrm>
            <a:off x="9705975" y="5058313"/>
            <a:ext cx="960436" cy="960438"/>
            <a:chOff x="9801225" y="4528344"/>
            <a:chExt cx="960436" cy="96043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4067B4A-E7ED-4943-9ADC-7011E78FC3DF}"/>
                </a:ext>
              </a:extLst>
            </p:cNvPr>
            <p:cNvSpPr/>
            <p:nvPr/>
          </p:nvSpPr>
          <p:spPr>
            <a:xfrm>
              <a:off x="9801225" y="4528344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" name="Graphic 14" descr="Share">
              <a:extLst>
                <a:ext uri="{FF2B5EF4-FFF2-40B4-BE49-F238E27FC236}">
                  <a16:creationId xmlns:a16="http://schemas.microsoft.com/office/drawing/2014/main" id="{31DD7534-E6D1-466B-8AFC-E75FA9085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31389" y="4550777"/>
              <a:ext cx="914400" cy="9144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19CB11C-E913-4873-9EE4-7BBA95797528}"/>
              </a:ext>
            </a:extLst>
          </p:cNvPr>
          <p:cNvSpPr txBox="1"/>
          <p:nvPr/>
        </p:nvSpPr>
        <p:spPr>
          <a:xfrm>
            <a:off x="838199" y="169740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Power Query is a data connection feature, within Microsoft Excel, that enables Excel users to discover, connect, combine and transform data sources to meet your reporting needs.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01CA05-B1DE-4229-8D46-9D2297A21EE7}"/>
              </a:ext>
            </a:extLst>
          </p:cNvPr>
          <p:cNvSpPr txBox="1"/>
          <p:nvPr/>
        </p:nvSpPr>
        <p:spPr>
          <a:xfrm>
            <a:off x="1395736" y="4093644"/>
            <a:ext cx="1220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DISCOVER/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CONNECT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3E72CE0-4BF5-4519-BE77-69BDC75E9169}"/>
              </a:ext>
            </a:extLst>
          </p:cNvPr>
          <p:cNvGrpSpPr/>
          <p:nvPr/>
        </p:nvGrpSpPr>
        <p:grpSpPr>
          <a:xfrm>
            <a:off x="4338230" y="5082646"/>
            <a:ext cx="960436" cy="960438"/>
            <a:chOff x="5748309" y="4008218"/>
            <a:chExt cx="960436" cy="960438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BFCB3ED-DD9B-4EA2-B68F-BDD42FC99024}"/>
                </a:ext>
              </a:extLst>
            </p:cNvPr>
            <p:cNvSpPr/>
            <p:nvPr/>
          </p:nvSpPr>
          <p:spPr>
            <a:xfrm>
              <a:off x="5748309" y="4008218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2" name="Graphic 21" descr="Database">
              <a:extLst>
                <a:ext uri="{FF2B5EF4-FFF2-40B4-BE49-F238E27FC236}">
                  <a16:creationId xmlns:a16="http://schemas.microsoft.com/office/drawing/2014/main" id="{9EDF3442-04E1-4093-831B-E6613BEF1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25561" y="4139812"/>
              <a:ext cx="599052" cy="599052"/>
            </a:xfrm>
            <a:prstGeom prst="rect">
              <a:avLst/>
            </a:prstGeom>
          </p:spPr>
        </p:pic>
        <p:pic>
          <p:nvPicPr>
            <p:cNvPr id="28" name="Graphic 27" descr="Filter">
              <a:extLst>
                <a:ext uri="{FF2B5EF4-FFF2-40B4-BE49-F238E27FC236}">
                  <a16:creationId xmlns:a16="http://schemas.microsoft.com/office/drawing/2014/main" id="{07FDABC8-F56B-46AD-AB36-31BD1E458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60104" y="4350163"/>
              <a:ext cx="599052" cy="599052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0E87497-2B1E-43F3-8850-6B2336345C42}"/>
              </a:ext>
            </a:extLst>
          </p:cNvPr>
          <p:cNvGrpSpPr/>
          <p:nvPr/>
        </p:nvGrpSpPr>
        <p:grpSpPr>
          <a:xfrm>
            <a:off x="7150871" y="5082646"/>
            <a:ext cx="960436" cy="960438"/>
            <a:chOff x="7150872" y="3008065"/>
            <a:chExt cx="960436" cy="96043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4516708-F92C-43E6-A29C-0F4579756F15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3" name="Graphic 32" descr="Document">
              <a:extLst>
                <a:ext uri="{FF2B5EF4-FFF2-40B4-BE49-F238E27FC236}">
                  <a16:creationId xmlns:a16="http://schemas.microsoft.com/office/drawing/2014/main" id="{4A030353-7D10-4452-897D-A5ABCCCD8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403160" y="3426722"/>
              <a:ext cx="455860" cy="455860"/>
            </a:xfrm>
            <a:prstGeom prst="rect">
              <a:avLst/>
            </a:prstGeom>
          </p:spPr>
        </p:pic>
        <p:pic>
          <p:nvPicPr>
            <p:cNvPr id="31" name="Graphic 30" descr="Table">
              <a:extLst>
                <a:ext uri="{FF2B5EF4-FFF2-40B4-BE49-F238E27FC236}">
                  <a16:creationId xmlns:a16="http://schemas.microsoft.com/office/drawing/2014/main" id="{36B57BAB-A521-4401-93E7-2ACA17490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268116" y="3079513"/>
              <a:ext cx="339286" cy="339286"/>
            </a:xfrm>
            <a:prstGeom prst="rect">
              <a:avLst/>
            </a:prstGeom>
          </p:spPr>
        </p:pic>
        <p:pic>
          <p:nvPicPr>
            <p:cNvPr id="40" name="Graphic 39" descr="Table">
              <a:extLst>
                <a:ext uri="{FF2B5EF4-FFF2-40B4-BE49-F238E27FC236}">
                  <a16:creationId xmlns:a16="http://schemas.microsoft.com/office/drawing/2014/main" id="{5B85C2ED-C608-4EB2-B50E-7FBE380DD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37566" y="3079513"/>
              <a:ext cx="339286" cy="339286"/>
            </a:xfrm>
            <a:prstGeom prst="rect">
              <a:avLst/>
            </a:prstGeom>
          </p:spPr>
        </p:pic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CF71BB-04B2-49E0-96C6-07FE9806288E}"/>
                </a:ext>
              </a:extLst>
            </p:cNvPr>
            <p:cNvCxnSpPr>
              <a:cxnSpLocks/>
            </p:cNvCxnSpPr>
            <p:nvPr/>
          </p:nvCxnSpPr>
          <p:spPr>
            <a:xfrm>
              <a:off x="7414857" y="3350010"/>
              <a:ext cx="110804" cy="105451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9075FF6-4864-46A1-BD6B-DDA3655175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18679" y="3350900"/>
              <a:ext cx="83076" cy="137384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886E851F-6A29-4EF9-9355-991915B70926}"/>
              </a:ext>
            </a:extLst>
          </p:cNvPr>
          <p:cNvSpPr txBox="1"/>
          <p:nvPr/>
        </p:nvSpPr>
        <p:spPr>
          <a:xfrm>
            <a:off x="4124412" y="6146888"/>
            <a:ext cx="138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TRANSFORM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891040-3323-4150-BB42-48DBA3447FC6}"/>
              </a:ext>
            </a:extLst>
          </p:cNvPr>
          <p:cNvSpPr txBox="1"/>
          <p:nvPr/>
        </p:nvSpPr>
        <p:spPr>
          <a:xfrm>
            <a:off x="7168911" y="6146888"/>
            <a:ext cx="1099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MERGE/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COMBINE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2E4B5B-8328-4DA5-85DA-E1C91895145A}"/>
              </a:ext>
            </a:extLst>
          </p:cNvPr>
          <p:cNvSpPr txBox="1"/>
          <p:nvPr/>
        </p:nvSpPr>
        <p:spPr>
          <a:xfrm>
            <a:off x="9783678" y="6146888"/>
            <a:ext cx="80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SHARE</a:t>
            </a:r>
          </a:p>
        </p:txBody>
      </p:sp>
    </p:spTree>
    <p:extLst>
      <p:ext uri="{BB962C8B-B14F-4D97-AF65-F5344CB8AC3E}">
        <p14:creationId xmlns:p14="http://schemas.microsoft.com/office/powerpoint/2010/main" val="3461348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6A833-E05F-4D6A-8591-A36EEC20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POWER QUERY?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20921C-AABC-44EA-8AF1-4455AC891F69}"/>
              </a:ext>
            </a:extLst>
          </p:cNvPr>
          <p:cNvGrpSpPr/>
          <p:nvPr/>
        </p:nvGrpSpPr>
        <p:grpSpPr>
          <a:xfrm>
            <a:off x="1525589" y="3015282"/>
            <a:ext cx="960436" cy="960438"/>
            <a:chOff x="1066800" y="3777087"/>
            <a:chExt cx="1325563" cy="132556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E2470CB-48AB-4C85-AA6F-BFD777E3A002}"/>
                </a:ext>
              </a:extLst>
            </p:cNvPr>
            <p:cNvSpPr/>
            <p:nvPr/>
          </p:nvSpPr>
          <p:spPr>
            <a:xfrm>
              <a:off x="1066800" y="3777087"/>
              <a:ext cx="1325563" cy="1325563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" name="Content Placeholder 4" descr="Network diagram">
              <a:extLst>
                <a:ext uri="{FF2B5EF4-FFF2-40B4-BE49-F238E27FC236}">
                  <a16:creationId xmlns:a16="http://schemas.microsoft.com/office/drawing/2014/main" id="{97D1E3F4-C327-4486-AB64-090C606DFFB7}"/>
                </a:ext>
              </a:extLst>
            </p:cNvPr>
            <p:cNvGrpSpPr/>
            <p:nvPr/>
          </p:nvGrpSpPr>
          <p:grpSpPr>
            <a:xfrm flipH="1">
              <a:off x="1141412" y="3895725"/>
              <a:ext cx="1176338" cy="1176338"/>
              <a:chOff x="1541462" y="4210050"/>
              <a:chExt cx="1176338" cy="1176338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5847D29C-C2AF-4519-BFA3-BBCC5AF286C7}"/>
                  </a:ext>
                </a:extLst>
              </p:cNvPr>
              <p:cNvSpPr/>
              <p:nvPr/>
            </p:nvSpPr>
            <p:spPr>
              <a:xfrm>
                <a:off x="1713011" y="4700190"/>
                <a:ext cx="171549" cy="171549"/>
              </a:xfrm>
              <a:custGeom>
                <a:avLst/>
                <a:gdLst>
                  <a:gd name="connsiteX0" fmla="*/ 0 w 171549"/>
                  <a:gd name="connsiteY0" fmla="*/ 0 h 171549"/>
                  <a:gd name="connsiteX1" fmla="*/ 171549 w 171549"/>
                  <a:gd name="connsiteY1" fmla="*/ 0 h 171549"/>
                  <a:gd name="connsiteX2" fmla="*/ 171549 w 171549"/>
                  <a:gd name="connsiteY2" fmla="*/ 171549 h 171549"/>
                  <a:gd name="connsiteX3" fmla="*/ 0 w 171549"/>
                  <a:gd name="connsiteY3" fmla="*/ 171549 h 171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49" h="171549">
                    <a:moveTo>
                      <a:pt x="0" y="0"/>
                    </a:moveTo>
                    <a:lnTo>
                      <a:pt x="171549" y="0"/>
                    </a:lnTo>
                    <a:lnTo>
                      <a:pt x="171549" y="171549"/>
                    </a:lnTo>
                    <a:lnTo>
                      <a:pt x="0" y="171549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882165EF-C8CC-44CC-88BB-191728E62334}"/>
                  </a:ext>
                </a:extLst>
              </p:cNvPr>
              <p:cNvSpPr/>
              <p:nvPr/>
            </p:nvSpPr>
            <p:spPr>
              <a:xfrm>
                <a:off x="2374701" y="4700190"/>
                <a:ext cx="171549" cy="171549"/>
              </a:xfrm>
              <a:custGeom>
                <a:avLst/>
                <a:gdLst>
                  <a:gd name="connsiteX0" fmla="*/ 0 w 171549"/>
                  <a:gd name="connsiteY0" fmla="*/ 0 h 171549"/>
                  <a:gd name="connsiteX1" fmla="*/ 171549 w 171549"/>
                  <a:gd name="connsiteY1" fmla="*/ 0 h 171549"/>
                  <a:gd name="connsiteX2" fmla="*/ 171549 w 171549"/>
                  <a:gd name="connsiteY2" fmla="*/ 171549 h 171549"/>
                  <a:gd name="connsiteX3" fmla="*/ 0 w 171549"/>
                  <a:gd name="connsiteY3" fmla="*/ 171549 h 171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49" h="171549">
                    <a:moveTo>
                      <a:pt x="0" y="0"/>
                    </a:moveTo>
                    <a:lnTo>
                      <a:pt x="171549" y="0"/>
                    </a:lnTo>
                    <a:lnTo>
                      <a:pt x="171549" y="171549"/>
                    </a:lnTo>
                    <a:lnTo>
                      <a:pt x="0" y="171549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BDB51B97-39DC-483E-99C4-A5C77B695785}"/>
                  </a:ext>
                </a:extLst>
              </p:cNvPr>
              <p:cNvSpPr/>
              <p:nvPr/>
            </p:nvSpPr>
            <p:spPr>
              <a:xfrm>
                <a:off x="1713011" y="4369345"/>
                <a:ext cx="171549" cy="171549"/>
              </a:xfrm>
              <a:custGeom>
                <a:avLst/>
                <a:gdLst>
                  <a:gd name="connsiteX0" fmla="*/ 0 w 171549"/>
                  <a:gd name="connsiteY0" fmla="*/ 0 h 171549"/>
                  <a:gd name="connsiteX1" fmla="*/ 171549 w 171549"/>
                  <a:gd name="connsiteY1" fmla="*/ 0 h 171549"/>
                  <a:gd name="connsiteX2" fmla="*/ 171549 w 171549"/>
                  <a:gd name="connsiteY2" fmla="*/ 171549 h 171549"/>
                  <a:gd name="connsiteX3" fmla="*/ 0 w 171549"/>
                  <a:gd name="connsiteY3" fmla="*/ 171549 h 171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49" h="171549">
                    <a:moveTo>
                      <a:pt x="0" y="0"/>
                    </a:moveTo>
                    <a:lnTo>
                      <a:pt x="171549" y="0"/>
                    </a:lnTo>
                    <a:lnTo>
                      <a:pt x="171549" y="171549"/>
                    </a:lnTo>
                    <a:lnTo>
                      <a:pt x="0" y="171549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60BAD1-B107-4DE9-8E91-DFDF1DCBE841}"/>
                  </a:ext>
                </a:extLst>
              </p:cNvPr>
              <p:cNvSpPr/>
              <p:nvPr/>
            </p:nvSpPr>
            <p:spPr>
              <a:xfrm>
                <a:off x="1713011" y="5031035"/>
                <a:ext cx="171549" cy="171549"/>
              </a:xfrm>
              <a:custGeom>
                <a:avLst/>
                <a:gdLst>
                  <a:gd name="connsiteX0" fmla="*/ 0 w 171549"/>
                  <a:gd name="connsiteY0" fmla="*/ 0 h 171549"/>
                  <a:gd name="connsiteX1" fmla="*/ 171549 w 171549"/>
                  <a:gd name="connsiteY1" fmla="*/ 0 h 171549"/>
                  <a:gd name="connsiteX2" fmla="*/ 171549 w 171549"/>
                  <a:gd name="connsiteY2" fmla="*/ 171549 h 171549"/>
                  <a:gd name="connsiteX3" fmla="*/ 0 w 171549"/>
                  <a:gd name="connsiteY3" fmla="*/ 171549 h 171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49" h="171549">
                    <a:moveTo>
                      <a:pt x="0" y="0"/>
                    </a:moveTo>
                    <a:lnTo>
                      <a:pt x="171549" y="0"/>
                    </a:lnTo>
                    <a:lnTo>
                      <a:pt x="171549" y="171549"/>
                    </a:lnTo>
                    <a:lnTo>
                      <a:pt x="0" y="171549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9A50421-B363-4091-A400-1A41374BE83F}"/>
                  </a:ext>
                </a:extLst>
              </p:cNvPr>
              <p:cNvSpPr/>
              <p:nvPr/>
            </p:nvSpPr>
            <p:spPr>
              <a:xfrm>
                <a:off x="1933574" y="4430613"/>
                <a:ext cx="392112" cy="710704"/>
              </a:xfrm>
              <a:custGeom>
                <a:avLst/>
                <a:gdLst>
                  <a:gd name="connsiteX0" fmla="*/ 220563 w 392112"/>
                  <a:gd name="connsiteY0" fmla="*/ 0 h 710704"/>
                  <a:gd name="connsiteX1" fmla="*/ 0 w 392112"/>
                  <a:gd name="connsiteY1" fmla="*/ 0 h 710704"/>
                  <a:gd name="connsiteX2" fmla="*/ 0 w 392112"/>
                  <a:gd name="connsiteY2" fmla="*/ 49014 h 710704"/>
                  <a:gd name="connsiteX3" fmla="*/ 171549 w 392112"/>
                  <a:gd name="connsiteY3" fmla="*/ 49014 h 710704"/>
                  <a:gd name="connsiteX4" fmla="*/ 171549 w 392112"/>
                  <a:gd name="connsiteY4" fmla="*/ 330845 h 710704"/>
                  <a:gd name="connsiteX5" fmla="*/ 0 w 392112"/>
                  <a:gd name="connsiteY5" fmla="*/ 330845 h 710704"/>
                  <a:gd name="connsiteX6" fmla="*/ 0 w 392112"/>
                  <a:gd name="connsiteY6" fmla="*/ 379859 h 710704"/>
                  <a:gd name="connsiteX7" fmla="*/ 171549 w 392112"/>
                  <a:gd name="connsiteY7" fmla="*/ 379859 h 710704"/>
                  <a:gd name="connsiteX8" fmla="*/ 171549 w 392112"/>
                  <a:gd name="connsiteY8" fmla="*/ 661690 h 710704"/>
                  <a:gd name="connsiteX9" fmla="*/ 0 w 392112"/>
                  <a:gd name="connsiteY9" fmla="*/ 661690 h 710704"/>
                  <a:gd name="connsiteX10" fmla="*/ 0 w 392112"/>
                  <a:gd name="connsiteY10" fmla="*/ 710704 h 710704"/>
                  <a:gd name="connsiteX11" fmla="*/ 220563 w 392112"/>
                  <a:gd name="connsiteY11" fmla="*/ 710704 h 710704"/>
                  <a:gd name="connsiteX12" fmla="*/ 220563 w 392112"/>
                  <a:gd name="connsiteY12" fmla="*/ 379859 h 710704"/>
                  <a:gd name="connsiteX13" fmla="*/ 392113 w 392112"/>
                  <a:gd name="connsiteY13" fmla="*/ 379859 h 710704"/>
                  <a:gd name="connsiteX14" fmla="*/ 392113 w 392112"/>
                  <a:gd name="connsiteY14" fmla="*/ 330845 h 710704"/>
                  <a:gd name="connsiteX15" fmla="*/ 220563 w 392112"/>
                  <a:gd name="connsiteY15" fmla="*/ 330845 h 710704"/>
                  <a:gd name="connsiteX16" fmla="*/ 220563 w 392112"/>
                  <a:gd name="connsiteY16" fmla="*/ 0 h 710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92112" h="710704">
                    <a:moveTo>
                      <a:pt x="220563" y="0"/>
                    </a:moveTo>
                    <a:lnTo>
                      <a:pt x="0" y="0"/>
                    </a:lnTo>
                    <a:lnTo>
                      <a:pt x="0" y="49014"/>
                    </a:lnTo>
                    <a:lnTo>
                      <a:pt x="171549" y="49014"/>
                    </a:lnTo>
                    <a:lnTo>
                      <a:pt x="171549" y="330845"/>
                    </a:lnTo>
                    <a:lnTo>
                      <a:pt x="0" y="330845"/>
                    </a:lnTo>
                    <a:lnTo>
                      <a:pt x="0" y="379859"/>
                    </a:lnTo>
                    <a:lnTo>
                      <a:pt x="171549" y="379859"/>
                    </a:lnTo>
                    <a:lnTo>
                      <a:pt x="171549" y="661690"/>
                    </a:lnTo>
                    <a:lnTo>
                      <a:pt x="0" y="661690"/>
                    </a:lnTo>
                    <a:lnTo>
                      <a:pt x="0" y="710704"/>
                    </a:lnTo>
                    <a:lnTo>
                      <a:pt x="220563" y="710704"/>
                    </a:lnTo>
                    <a:lnTo>
                      <a:pt x="220563" y="379859"/>
                    </a:lnTo>
                    <a:lnTo>
                      <a:pt x="392113" y="379859"/>
                    </a:lnTo>
                    <a:lnTo>
                      <a:pt x="392113" y="330845"/>
                    </a:lnTo>
                    <a:lnTo>
                      <a:pt x="220563" y="330845"/>
                    </a:lnTo>
                    <a:lnTo>
                      <a:pt x="22056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EB52B50-DFDD-47A5-A441-53F651789DF4}"/>
              </a:ext>
            </a:extLst>
          </p:cNvPr>
          <p:cNvGrpSpPr/>
          <p:nvPr/>
        </p:nvGrpSpPr>
        <p:grpSpPr>
          <a:xfrm>
            <a:off x="9705975" y="5058313"/>
            <a:ext cx="960436" cy="960438"/>
            <a:chOff x="9801225" y="4528344"/>
            <a:chExt cx="960436" cy="96043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4067B4A-E7ED-4943-9ADC-7011E78FC3DF}"/>
                </a:ext>
              </a:extLst>
            </p:cNvPr>
            <p:cNvSpPr/>
            <p:nvPr/>
          </p:nvSpPr>
          <p:spPr>
            <a:xfrm>
              <a:off x="9801225" y="4528344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" name="Graphic 14" descr="Share">
              <a:extLst>
                <a:ext uri="{FF2B5EF4-FFF2-40B4-BE49-F238E27FC236}">
                  <a16:creationId xmlns:a16="http://schemas.microsoft.com/office/drawing/2014/main" id="{31DD7534-E6D1-466B-8AFC-E75FA9085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31389" y="4550777"/>
              <a:ext cx="914400" cy="9144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19CB11C-E913-4873-9EE4-7BBA95797528}"/>
              </a:ext>
            </a:extLst>
          </p:cNvPr>
          <p:cNvSpPr txBox="1"/>
          <p:nvPr/>
        </p:nvSpPr>
        <p:spPr>
          <a:xfrm>
            <a:off x="838199" y="169740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Power Query is a data connection feature, within Microsoft Excel, that enables Excel users to discover, connect, combine and transform data sources to meet your reporting needs.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01CA05-B1DE-4229-8D46-9D2297A21EE7}"/>
              </a:ext>
            </a:extLst>
          </p:cNvPr>
          <p:cNvSpPr txBox="1"/>
          <p:nvPr/>
        </p:nvSpPr>
        <p:spPr>
          <a:xfrm>
            <a:off x="1395736" y="4093644"/>
            <a:ext cx="1220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DISCOVER/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CONNECT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3E72CE0-4BF5-4519-BE77-69BDC75E9169}"/>
              </a:ext>
            </a:extLst>
          </p:cNvPr>
          <p:cNvGrpSpPr/>
          <p:nvPr/>
        </p:nvGrpSpPr>
        <p:grpSpPr>
          <a:xfrm>
            <a:off x="4338230" y="3015282"/>
            <a:ext cx="960436" cy="960438"/>
            <a:chOff x="5748309" y="4008218"/>
            <a:chExt cx="960436" cy="960438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BFCB3ED-DD9B-4EA2-B68F-BDD42FC99024}"/>
                </a:ext>
              </a:extLst>
            </p:cNvPr>
            <p:cNvSpPr/>
            <p:nvPr/>
          </p:nvSpPr>
          <p:spPr>
            <a:xfrm>
              <a:off x="5748309" y="4008218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2" name="Graphic 21" descr="Database">
              <a:extLst>
                <a:ext uri="{FF2B5EF4-FFF2-40B4-BE49-F238E27FC236}">
                  <a16:creationId xmlns:a16="http://schemas.microsoft.com/office/drawing/2014/main" id="{9EDF3442-04E1-4093-831B-E6613BEF1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25561" y="4139812"/>
              <a:ext cx="599052" cy="599052"/>
            </a:xfrm>
            <a:prstGeom prst="rect">
              <a:avLst/>
            </a:prstGeom>
          </p:spPr>
        </p:pic>
        <p:pic>
          <p:nvPicPr>
            <p:cNvPr id="28" name="Graphic 27" descr="Filter">
              <a:extLst>
                <a:ext uri="{FF2B5EF4-FFF2-40B4-BE49-F238E27FC236}">
                  <a16:creationId xmlns:a16="http://schemas.microsoft.com/office/drawing/2014/main" id="{07FDABC8-F56B-46AD-AB36-31BD1E458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60104" y="4350163"/>
              <a:ext cx="599052" cy="599052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0E87497-2B1E-43F3-8850-6B2336345C42}"/>
              </a:ext>
            </a:extLst>
          </p:cNvPr>
          <p:cNvGrpSpPr/>
          <p:nvPr/>
        </p:nvGrpSpPr>
        <p:grpSpPr>
          <a:xfrm>
            <a:off x="7150871" y="5082646"/>
            <a:ext cx="960436" cy="960438"/>
            <a:chOff x="7150872" y="3008065"/>
            <a:chExt cx="960436" cy="96043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4516708-F92C-43E6-A29C-0F4579756F15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3" name="Graphic 32" descr="Document">
              <a:extLst>
                <a:ext uri="{FF2B5EF4-FFF2-40B4-BE49-F238E27FC236}">
                  <a16:creationId xmlns:a16="http://schemas.microsoft.com/office/drawing/2014/main" id="{4A030353-7D10-4452-897D-A5ABCCCD8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403160" y="3426722"/>
              <a:ext cx="455860" cy="455860"/>
            </a:xfrm>
            <a:prstGeom prst="rect">
              <a:avLst/>
            </a:prstGeom>
          </p:spPr>
        </p:pic>
        <p:pic>
          <p:nvPicPr>
            <p:cNvPr id="31" name="Graphic 30" descr="Table">
              <a:extLst>
                <a:ext uri="{FF2B5EF4-FFF2-40B4-BE49-F238E27FC236}">
                  <a16:creationId xmlns:a16="http://schemas.microsoft.com/office/drawing/2014/main" id="{36B57BAB-A521-4401-93E7-2ACA17490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268116" y="3079513"/>
              <a:ext cx="339286" cy="339286"/>
            </a:xfrm>
            <a:prstGeom prst="rect">
              <a:avLst/>
            </a:prstGeom>
          </p:spPr>
        </p:pic>
        <p:pic>
          <p:nvPicPr>
            <p:cNvPr id="40" name="Graphic 39" descr="Table">
              <a:extLst>
                <a:ext uri="{FF2B5EF4-FFF2-40B4-BE49-F238E27FC236}">
                  <a16:creationId xmlns:a16="http://schemas.microsoft.com/office/drawing/2014/main" id="{5B85C2ED-C608-4EB2-B50E-7FBE380DD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37566" y="3079513"/>
              <a:ext cx="339286" cy="339286"/>
            </a:xfrm>
            <a:prstGeom prst="rect">
              <a:avLst/>
            </a:prstGeom>
          </p:spPr>
        </p:pic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CF71BB-04B2-49E0-96C6-07FE9806288E}"/>
                </a:ext>
              </a:extLst>
            </p:cNvPr>
            <p:cNvCxnSpPr>
              <a:cxnSpLocks/>
            </p:cNvCxnSpPr>
            <p:nvPr/>
          </p:nvCxnSpPr>
          <p:spPr>
            <a:xfrm>
              <a:off x="7414857" y="3350010"/>
              <a:ext cx="110804" cy="105451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9075FF6-4864-46A1-BD6B-DDA3655175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18679" y="3350900"/>
              <a:ext cx="83076" cy="137384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886E851F-6A29-4EF9-9355-991915B70926}"/>
              </a:ext>
            </a:extLst>
          </p:cNvPr>
          <p:cNvSpPr txBox="1"/>
          <p:nvPr/>
        </p:nvSpPr>
        <p:spPr>
          <a:xfrm>
            <a:off x="4124412" y="4079524"/>
            <a:ext cx="138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TRANSFORM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891040-3323-4150-BB42-48DBA3447FC6}"/>
              </a:ext>
            </a:extLst>
          </p:cNvPr>
          <p:cNvSpPr txBox="1"/>
          <p:nvPr/>
        </p:nvSpPr>
        <p:spPr>
          <a:xfrm>
            <a:off x="7168911" y="6146888"/>
            <a:ext cx="1099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MERGE/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COMBINE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2E4B5B-8328-4DA5-85DA-E1C91895145A}"/>
              </a:ext>
            </a:extLst>
          </p:cNvPr>
          <p:cNvSpPr txBox="1"/>
          <p:nvPr/>
        </p:nvSpPr>
        <p:spPr>
          <a:xfrm>
            <a:off x="9783678" y="6146888"/>
            <a:ext cx="80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SHARE</a:t>
            </a:r>
          </a:p>
        </p:txBody>
      </p:sp>
    </p:spTree>
    <p:extLst>
      <p:ext uri="{BB962C8B-B14F-4D97-AF65-F5344CB8AC3E}">
        <p14:creationId xmlns:p14="http://schemas.microsoft.com/office/powerpoint/2010/main" val="946921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6A833-E05F-4D6A-8591-A36EEC20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POWER QUERY?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20921C-AABC-44EA-8AF1-4455AC891F69}"/>
              </a:ext>
            </a:extLst>
          </p:cNvPr>
          <p:cNvGrpSpPr/>
          <p:nvPr/>
        </p:nvGrpSpPr>
        <p:grpSpPr>
          <a:xfrm>
            <a:off x="1525589" y="3015282"/>
            <a:ext cx="960436" cy="960438"/>
            <a:chOff x="1066800" y="3777087"/>
            <a:chExt cx="1325563" cy="132556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E2470CB-48AB-4C85-AA6F-BFD777E3A002}"/>
                </a:ext>
              </a:extLst>
            </p:cNvPr>
            <p:cNvSpPr/>
            <p:nvPr/>
          </p:nvSpPr>
          <p:spPr>
            <a:xfrm>
              <a:off x="1066800" y="3777087"/>
              <a:ext cx="1325563" cy="1325563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" name="Content Placeholder 4" descr="Network diagram">
              <a:extLst>
                <a:ext uri="{FF2B5EF4-FFF2-40B4-BE49-F238E27FC236}">
                  <a16:creationId xmlns:a16="http://schemas.microsoft.com/office/drawing/2014/main" id="{97D1E3F4-C327-4486-AB64-090C606DFFB7}"/>
                </a:ext>
              </a:extLst>
            </p:cNvPr>
            <p:cNvGrpSpPr/>
            <p:nvPr/>
          </p:nvGrpSpPr>
          <p:grpSpPr>
            <a:xfrm flipH="1">
              <a:off x="1141412" y="3895725"/>
              <a:ext cx="1176338" cy="1176338"/>
              <a:chOff x="1541462" y="4210050"/>
              <a:chExt cx="1176338" cy="1176338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5847D29C-C2AF-4519-BFA3-BBCC5AF286C7}"/>
                  </a:ext>
                </a:extLst>
              </p:cNvPr>
              <p:cNvSpPr/>
              <p:nvPr/>
            </p:nvSpPr>
            <p:spPr>
              <a:xfrm>
                <a:off x="1713011" y="4700190"/>
                <a:ext cx="171549" cy="171549"/>
              </a:xfrm>
              <a:custGeom>
                <a:avLst/>
                <a:gdLst>
                  <a:gd name="connsiteX0" fmla="*/ 0 w 171549"/>
                  <a:gd name="connsiteY0" fmla="*/ 0 h 171549"/>
                  <a:gd name="connsiteX1" fmla="*/ 171549 w 171549"/>
                  <a:gd name="connsiteY1" fmla="*/ 0 h 171549"/>
                  <a:gd name="connsiteX2" fmla="*/ 171549 w 171549"/>
                  <a:gd name="connsiteY2" fmla="*/ 171549 h 171549"/>
                  <a:gd name="connsiteX3" fmla="*/ 0 w 171549"/>
                  <a:gd name="connsiteY3" fmla="*/ 171549 h 171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49" h="171549">
                    <a:moveTo>
                      <a:pt x="0" y="0"/>
                    </a:moveTo>
                    <a:lnTo>
                      <a:pt x="171549" y="0"/>
                    </a:lnTo>
                    <a:lnTo>
                      <a:pt x="171549" y="171549"/>
                    </a:lnTo>
                    <a:lnTo>
                      <a:pt x="0" y="171549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882165EF-C8CC-44CC-88BB-191728E62334}"/>
                  </a:ext>
                </a:extLst>
              </p:cNvPr>
              <p:cNvSpPr/>
              <p:nvPr/>
            </p:nvSpPr>
            <p:spPr>
              <a:xfrm>
                <a:off x="2374701" y="4700190"/>
                <a:ext cx="171549" cy="171549"/>
              </a:xfrm>
              <a:custGeom>
                <a:avLst/>
                <a:gdLst>
                  <a:gd name="connsiteX0" fmla="*/ 0 w 171549"/>
                  <a:gd name="connsiteY0" fmla="*/ 0 h 171549"/>
                  <a:gd name="connsiteX1" fmla="*/ 171549 w 171549"/>
                  <a:gd name="connsiteY1" fmla="*/ 0 h 171549"/>
                  <a:gd name="connsiteX2" fmla="*/ 171549 w 171549"/>
                  <a:gd name="connsiteY2" fmla="*/ 171549 h 171549"/>
                  <a:gd name="connsiteX3" fmla="*/ 0 w 171549"/>
                  <a:gd name="connsiteY3" fmla="*/ 171549 h 171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49" h="171549">
                    <a:moveTo>
                      <a:pt x="0" y="0"/>
                    </a:moveTo>
                    <a:lnTo>
                      <a:pt x="171549" y="0"/>
                    </a:lnTo>
                    <a:lnTo>
                      <a:pt x="171549" y="171549"/>
                    </a:lnTo>
                    <a:lnTo>
                      <a:pt x="0" y="171549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BDB51B97-39DC-483E-99C4-A5C77B695785}"/>
                  </a:ext>
                </a:extLst>
              </p:cNvPr>
              <p:cNvSpPr/>
              <p:nvPr/>
            </p:nvSpPr>
            <p:spPr>
              <a:xfrm>
                <a:off x="1713011" y="4369345"/>
                <a:ext cx="171549" cy="171549"/>
              </a:xfrm>
              <a:custGeom>
                <a:avLst/>
                <a:gdLst>
                  <a:gd name="connsiteX0" fmla="*/ 0 w 171549"/>
                  <a:gd name="connsiteY0" fmla="*/ 0 h 171549"/>
                  <a:gd name="connsiteX1" fmla="*/ 171549 w 171549"/>
                  <a:gd name="connsiteY1" fmla="*/ 0 h 171549"/>
                  <a:gd name="connsiteX2" fmla="*/ 171549 w 171549"/>
                  <a:gd name="connsiteY2" fmla="*/ 171549 h 171549"/>
                  <a:gd name="connsiteX3" fmla="*/ 0 w 171549"/>
                  <a:gd name="connsiteY3" fmla="*/ 171549 h 171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49" h="171549">
                    <a:moveTo>
                      <a:pt x="0" y="0"/>
                    </a:moveTo>
                    <a:lnTo>
                      <a:pt x="171549" y="0"/>
                    </a:lnTo>
                    <a:lnTo>
                      <a:pt x="171549" y="171549"/>
                    </a:lnTo>
                    <a:lnTo>
                      <a:pt x="0" y="171549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60BAD1-B107-4DE9-8E91-DFDF1DCBE841}"/>
                  </a:ext>
                </a:extLst>
              </p:cNvPr>
              <p:cNvSpPr/>
              <p:nvPr/>
            </p:nvSpPr>
            <p:spPr>
              <a:xfrm>
                <a:off x="1713011" y="5031035"/>
                <a:ext cx="171549" cy="171549"/>
              </a:xfrm>
              <a:custGeom>
                <a:avLst/>
                <a:gdLst>
                  <a:gd name="connsiteX0" fmla="*/ 0 w 171549"/>
                  <a:gd name="connsiteY0" fmla="*/ 0 h 171549"/>
                  <a:gd name="connsiteX1" fmla="*/ 171549 w 171549"/>
                  <a:gd name="connsiteY1" fmla="*/ 0 h 171549"/>
                  <a:gd name="connsiteX2" fmla="*/ 171549 w 171549"/>
                  <a:gd name="connsiteY2" fmla="*/ 171549 h 171549"/>
                  <a:gd name="connsiteX3" fmla="*/ 0 w 171549"/>
                  <a:gd name="connsiteY3" fmla="*/ 171549 h 171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49" h="171549">
                    <a:moveTo>
                      <a:pt x="0" y="0"/>
                    </a:moveTo>
                    <a:lnTo>
                      <a:pt x="171549" y="0"/>
                    </a:lnTo>
                    <a:lnTo>
                      <a:pt x="171549" y="171549"/>
                    </a:lnTo>
                    <a:lnTo>
                      <a:pt x="0" y="171549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9A50421-B363-4091-A400-1A41374BE83F}"/>
                  </a:ext>
                </a:extLst>
              </p:cNvPr>
              <p:cNvSpPr/>
              <p:nvPr/>
            </p:nvSpPr>
            <p:spPr>
              <a:xfrm>
                <a:off x="1933574" y="4430613"/>
                <a:ext cx="392112" cy="710704"/>
              </a:xfrm>
              <a:custGeom>
                <a:avLst/>
                <a:gdLst>
                  <a:gd name="connsiteX0" fmla="*/ 220563 w 392112"/>
                  <a:gd name="connsiteY0" fmla="*/ 0 h 710704"/>
                  <a:gd name="connsiteX1" fmla="*/ 0 w 392112"/>
                  <a:gd name="connsiteY1" fmla="*/ 0 h 710704"/>
                  <a:gd name="connsiteX2" fmla="*/ 0 w 392112"/>
                  <a:gd name="connsiteY2" fmla="*/ 49014 h 710704"/>
                  <a:gd name="connsiteX3" fmla="*/ 171549 w 392112"/>
                  <a:gd name="connsiteY3" fmla="*/ 49014 h 710704"/>
                  <a:gd name="connsiteX4" fmla="*/ 171549 w 392112"/>
                  <a:gd name="connsiteY4" fmla="*/ 330845 h 710704"/>
                  <a:gd name="connsiteX5" fmla="*/ 0 w 392112"/>
                  <a:gd name="connsiteY5" fmla="*/ 330845 h 710704"/>
                  <a:gd name="connsiteX6" fmla="*/ 0 w 392112"/>
                  <a:gd name="connsiteY6" fmla="*/ 379859 h 710704"/>
                  <a:gd name="connsiteX7" fmla="*/ 171549 w 392112"/>
                  <a:gd name="connsiteY7" fmla="*/ 379859 h 710704"/>
                  <a:gd name="connsiteX8" fmla="*/ 171549 w 392112"/>
                  <a:gd name="connsiteY8" fmla="*/ 661690 h 710704"/>
                  <a:gd name="connsiteX9" fmla="*/ 0 w 392112"/>
                  <a:gd name="connsiteY9" fmla="*/ 661690 h 710704"/>
                  <a:gd name="connsiteX10" fmla="*/ 0 w 392112"/>
                  <a:gd name="connsiteY10" fmla="*/ 710704 h 710704"/>
                  <a:gd name="connsiteX11" fmla="*/ 220563 w 392112"/>
                  <a:gd name="connsiteY11" fmla="*/ 710704 h 710704"/>
                  <a:gd name="connsiteX12" fmla="*/ 220563 w 392112"/>
                  <a:gd name="connsiteY12" fmla="*/ 379859 h 710704"/>
                  <a:gd name="connsiteX13" fmla="*/ 392113 w 392112"/>
                  <a:gd name="connsiteY13" fmla="*/ 379859 h 710704"/>
                  <a:gd name="connsiteX14" fmla="*/ 392113 w 392112"/>
                  <a:gd name="connsiteY14" fmla="*/ 330845 h 710704"/>
                  <a:gd name="connsiteX15" fmla="*/ 220563 w 392112"/>
                  <a:gd name="connsiteY15" fmla="*/ 330845 h 710704"/>
                  <a:gd name="connsiteX16" fmla="*/ 220563 w 392112"/>
                  <a:gd name="connsiteY16" fmla="*/ 0 h 710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92112" h="710704">
                    <a:moveTo>
                      <a:pt x="220563" y="0"/>
                    </a:moveTo>
                    <a:lnTo>
                      <a:pt x="0" y="0"/>
                    </a:lnTo>
                    <a:lnTo>
                      <a:pt x="0" y="49014"/>
                    </a:lnTo>
                    <a:lnTo>
                      <a:pt x="171549" y="49014"/>
                    </a:lnTo>
                    <a:lnTo>
                      <a:pt x="171549" y="330845"/>
                    </a:lnTo>
                    <a:lnTo>
                      <a:pt x="0" y="330845"/>
                    </a:lnTo>
                    <a:lnTo>
                      <a:pt x="0" y="379859"/>
                    </a:lnTo>
                    <a:lnTo>
                      <a:pt x="171549" y="379859"/>
                    </a:lnTo>
                    <a:lnTo>
                      <a:pt x="171549" y="661690"/>
                    </a:lnTo>
                    <a:lnTo>
                      <a:pt x="0" y="661690"/>
                    </a:lnTo>
                    <a:lnTo>
                      <a:pt x="0" y="710704"/>
                    </a:lnTo>
                    <a:lnTo>
                      <a:pt x="220563" y="710704"/>
                    </a:lnTo>
                    <a:lnTo>
                      <a:pt x="220563" y="379859"/>
                    </a:lnTo>
                    <a:lnTo>
                      <a:pt x="392113" y="379859"/>
                    </a:lnTo>
                    <a:lnTo>
                      <a:pt x="392113" y="330845"/>
                    </a:lnTo>
                    <a:lnTo>
                      <a:pt x="220563" y="330845"/>
                    </a:lnTo>
                    <a:lnTo>
                      <a:pt x="22056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EB52B50-DFDD-47A5-A441-53F651789DF4}"/>
              </a:ext>
            </a:extLst>
          </p:cNvPr>
          <p:cNvGrpSpPr/>
          <p:nvPr/>
        </p:nvGrpSpPr>
        <p:grpSpPr>
          <a:xfrm>
            <a:off x="9705975" y="5058313"/>
            <a:ext cx="960436" cy="960438"/>
            <a:chOff x="9801225" y="4528344"/>
            <a:chExt cx="960436" cy="96043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4067B4A-E7ED-4943-9ADC-7011E78FC3DF}"/>
                </a:ext>
              </a:extLst>
            </p:cNvPr>
            <p:cNvSpPr/>
            <p:nvPr/>
          </p:nvSpPr>
          <p:spPr>
            <a:xfrm>
              <a:off x="9801225" y="4528344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" name="Graphic 14" descr="Share">
              <a:extLst>
                <a:ext uri="{FF2B5EF4-FFF2-40B4-BE49-F238E27FC236}">
                  <a16:creationId xmlns:a16="http://schemas.microsoft.com/office/drawing/2014/main" id="{31DD7534-E6D1-466B-8AFC-E75FA9085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31389" y="4550777"/>
              <a:ext cx="914400" cy="9144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19CB11C-E913-4873-9EE4-7BBA95797528}"/>
              </a:ext>
            </a:extLst>
          </p:cNvPr>
          <p:cNvSpPr txBox="1"/>
          <p:nvPr/>
        </p:nvSpPr>
        <p:spPr>
          <a:xfrm>
            <a:off x="838199" y="169740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Power Query is a data connection feature, within Microsoft Excel, that enables Excel users to discover, connect, combine and transform data sources to meet your reporting needs.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01CA05-B1DE-4229-8D46-9D2297A21EE7}"/>
              </a:ext>
            </a:extLst>
          </p:cNvPr>
          <p:cNvSpPr txBox="1"/>
          <p:nvPr/>
        </p:nvSpPr>
        <p:spPr>
          <a:xfrm>
            <a:off x="1395736" y="4093644"/>
            <a:ext cx="1220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DISCOVER/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CONNECT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3E72CE0-4BF5-4519-BE77-69BDC75E9169}"/>
              </a:ext>
            </a:extLst>
          </p:cNvPr>
          <p:cNvGrpSpPr/>
          <p:nvPr/>
        </p:nvGrpSpPr>
        <p:grpSpPr>
          <a:xfrm>
            <a:off x="4338230" y="3015282"/>
            <a:ext cx="960436" cy="960438"/>
            <a:chOff x="5748309" y="4008218"/>
            <a:chExt cx="960436" cy="960438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BFCB3ED-DD9B-4EA2-B68F-BDD42FC99024}"/>
                </a:ext>
              </a:extLst>
            </p:cNvPr>
            <p:cNvSpPr/>
            <p:nvPr/>
          </p:nvSpPr>
          <p:spPr>
            <a:xfrm>
              <a:off x="5748309" y="4008218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2" name="Graphic 21" descr="Database">
              <a:extLst>
                <a:ext uri="{FF2B5EF4-FFF2-40B4-BE49-F238E27FC236}">
                  <a16:creationId xmlns:a16="http://schemas.microsoft.com/office/drawing/2014/main" id="{9EDF3442-04E1-4093-831B-E6613BEF1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25561" y="4139812"/>
              <a:ext cx="599052" cy="599052"/>
            </a:xfrm>
            <a:prstGeom prst="rect">
              <a:avLst/>
            </a:prstGeom>
          </p:spPr>
        </p:pic>
        <p:pic>
          <p:nvPicPr>
            <p:cNvPr id="28" name="Graphic 27" descr="Filter">
              <a:extLst>
                <a:ext uri="{FF2B5EF4-FFF2-40B4-BE49-F238E27FC236}">
                  <a16:creationId xmlns:a16="http://schemas.microsoft.com/office/drawing/2014/main" id="{07FDABC8-F56B-46AD-AB36-31BD1E458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60104" y="4350163"/>
              <a:ext cx="599052" cy="599052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0E87497-2B1E-43F3-8850-6B2336345C42}"/>
              </a:ext>
            </a:extLst>
          </p:cNvPr>
          <p:cNvGrpSpPr/>
          <p:nvPr/>
        </p:nvGrpSpPr>
        <p:grpSpPr>
          <a:xfrm>
            <a:off x="7150871" y="3015282"/>
            <a:ext cx="960436" cy="960438"/>
            <a:chOff x="7150872" y="3008065"/>
            <a:chExt cx="960436" cy="96043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4516708-F92C-43E6-A29C-0F4579756F15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3" name="Graphic 32" descr="Document">
              <a:extLst>
                <a:ext uri="{FF2B5EF4-FFF2-40B4-BE49-F238E27FC236}">
                  <a16:creationId xmlns:a16="http://schemas.microsoft.com/office/drawing/2014/main" id="{4A030353-7D10-4452-897D-A5ABCCCD8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403160" y="3426722"/>
              <a:ext cx="455860" cy="455860"/>
            </a:xfrm>
            <a:prstGeom prst="rect">
              <a:avLst/>
            </a:prstGeom>
          </p:spPr>
        </p:pic>
        <p:pic>
          <p:nvPicPr>
            <p:cNvPr id="31" name="Graphic 30" descr="Table">
              <a:extLst>
                <a:ext uri="{FF2B5EF4-FFF2-40B4-BE49-F238E27FC236}">
                  <a16:creationId xmlns:a16="http://schemas.microsoft.com/office/drawing/2014/main" id="{36B57BAB-A521-4401-93E7-2ACA17490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268116" y="3079513"/>
              <a:ext cx="339286" cy="339286"/>
            </a:xfrm>
            <a:prstGeom prst="rect">
              <a:avLst/>
            </a:prstGeom>
          </p:spPr>
        </p:pic>
        <p:pic>
          <p:nvPicPr>
            <p:cNvPr id="40" name="Graphic 39" descr="Table">
              <a:extLst>
                <a:ext uri="{FF2B5EF4-FFF2-40B4-BE49-F238E27FC236}">
                  <a16:creationId xmlns:a16="http://schemas.microsoft.com/office/drawing/2014/main" id="{5B85C2ED-C608-4EB2-B50E-7FBE380DD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37566" y="3079513"/>
              <a:ext cx="339286" cy="339286"/>
            </a:xfrm>
            <a:prstGeom prst="rect">
              <a:avLst/>
            </a:prstGeom>
          </p:spPr>
        </p:pic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CF71BB-04B2-49E0-96C6-07FE9806288E}"/>
                </a:ext>
              </a:extLst>
            </p:cNvPr>
            <p:cNvCxnSpPr>
              <a:cxnSpLocks/>
            </p:cNvCxnSpPr>
            <p:nvPr/>
          </p:nvCxnSpPr>
          <p:spPr>
            <a:xfrm>
              <a:off x="7414857" y="3350010"/>
              <a:ext cx="110804" cy="105451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9075FF6-4864-46A1-BD6B-DDA3655175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18679" y="3350900"/>
              <a:ext cx="83076" cy="137384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886E851F-6A29-4EF9-9355-991915B70926}"/>
              </a:ext>
            </a:extLst>
          </p:cNvPr>
          <p:cNvSpPr txBox="1"/>
          <p:nvPr/>
        </p:nvSpPr>
        <p:spPr>
          <a:xfrm>
            <a:off x="4124412" y="4079524"/>
            <a:ext cx="138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TRANSFORM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891040-3323-4150-BB42-48DBA3447FC6}"/>
              </a:ext>
            </a:extLst>
          </p:cNvPr>
          <p:cNvSpPr txBox="1"/>
          <p:nvPr/>
        </p:nvSpPr>
        <p:spPr>
          <a:xfrm>
            <a:off x="7168911" y="4079524"/>
            <a:ext cx="1099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MERGE/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COMBINE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2E4B5B-8328-4DA5-85DA-E1C91895145A}"/>
              </a:ext>
            </a:extLst>
          </p:cNvPr>
          <p:cNvSpPr txBox="1"/>
          <p:nvPr/>
        </p:nvSpPr>
        <p:spPr>
          <a:xfrm>
            <a:off x="9783678" y="6146888"/>
            <a:ext cx="80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SHARE</a:t>
            </a:r>
          </a:p>
        </p:txBody>
      </p:sp>
    </p:spTree>
    <p:extLst>
      <p:ext uri="{BB962C8B-B14F-4D97-AF65-F5344CB8AC3E}">
        <p14:creationId xmlns:p14="http://schemas.microsoft.com/office/powerpoint/2010/main" val="3829161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6A833-E05F-4D6A-8591-A36EEC20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POWER QUERY?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20921C-AABC-44EA-8AF1-4455AC891F69}"/>
              </a:ext>
            </a:extLst>
          </p:cNvPr>
          <p:cNvGrpSpPr/>
          <p:nvPr/>
        </p:nvGrpSpPr>
        <p:grpSpPr>
          <a:xfrm>
            <a:off x="1525589" y="3015282"/>
            <a:ext cx="960436" cy="960438"/>
            <a:chOff x="1066800" y="3777087"/>
            <a:chExt cx="1325563" cy="132556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E2470CB-48AB-4C85-AA6F-BFD777E3A002}"/>
                </a:ext>
              </a:extLst>
            </p:cNvPr>
            <p:cNvSpPr/>
            <p:nvPr/>
          </p:nvSpPr>
          <p:spPr>
            <a:xfrm>
              <a:off x="1066800" y="3777087"/>
              <a:ext cx="1325563" cy="1325563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" name="Content Placeholder 4" descr="Network diagram">
              <a:extLst>
                <a:ext uri="{FF2B5EF4-FFF2-40B4-BE49-F238E27FC236}">
                  <a16:creationId xmlns:a16="http://schemas.microsoft.com/office/drawing/2014/main" id="{97D1E3F4-C327-4486-AB64-090C606DFFB7}"/>
                </a:ext>
              </a:extLst>
            </p:cNvPr>
            <p:cNvGrpSpPr/>
            <p:nvPr/>
          </p:nvGrpSpPr>
          <p:grpSpPr>
            <a:xfrm flipH="1">
              <a:off x="1141412" y="3895725"/>
              <a:ext cx="1176338" cy="1176338"/>
              <a:chOff x="1541462" y="4210050"/>
              <a:chExt cx="1176338" cy="1176338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5847D29C-C2AF-4519-BFA3-BBCC5AF286C7}"/>
                  </a:ext>
                </a:extLst>
              </p:cNvPr>
              <p:cNvSpPr/>
              <p:nvPr/>
            </p:nvSpPr>
            <p:spPr>
              <a:xfrm>
                <a:off x="1713011" y="4700190"/>
                <a:ext cx="171549" cy="171549"/>
              </a:xfrm>
              <a:custGeom>
                <a:avLst/>
                <a:gdLst>
                  <a:gd name="connsiteX0" fmla="*/ 0 w 171549"/>
                  <a:gd name="connsiteY0" fmla="*/ 0 h 171549"/>
                  <a:gd name="connsiteX1" fmla="*/ 171549 w 171549"/>
                  <a:gd name="connsiteY1" fmla="*/ 0 h 171549"/>
                  <a:gd name="connsiteX2" fmla="*/ 171549 w 171549"/>
                  <a:gd name="connsiteY2" fmla="*/ 171549 h 171549"/>
                  <a:gd name="connsiteX3" fmla="*/ 0 w 171549"/>
                  <a:gd name="connsiteY3" fmla="*/ 171549 h 171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49" h="171549">
                    <a:moveTo>
                      <a:pt x="0" y="0"/>
                    </a:moveTo>
                    <a:lnTo>
                      <a:pt x="171549" y="0"/>
                    </a:lnTo>
                    <a:lnTo>
                      <a:pt x="171549" y="171549"/>
                    </a:lnTo>
                    <a:lnTo>
                      <a:pt x="0" y="171549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882165EF-C8CC-44CC-88BB-191728E62334}"/>
                  </a:ext>
                </a:extLst>
              </p:cNvPr>
              <p:cNvSpPr/>
              <p:nvPr/>
            </p:nvSpPr>
            <p:spPr>
              <a:xfrm>
                <a:off x="2374701" y="4700190"/>
                <a:ext cx="171549" cy="171549"/>
              </a:xfrm>
              <a:custGeom>
                <a:avLst/>
                <a:gdLst>
                  <a:gd name="connsiteX0" fmla="*/ 0 w 171549"/>
                  <a:gd name="connsiteY0" fmla="*/ 0 h 171549"/>
                  <a:gd name="connsiteX1" fmla="*/ 171549 w 171549"/>
                  <a:gd name="connsiteY1" fmla="*/ 0 h 171549"/>
                  <a:gd name="connsiteX2" fmla="*/ 171549 w 171549"/>
                  <a:gd name="connsiteY2" fmla="*/ 171549 h 171549"/>
                  <a:gd name="connsiteX3" fmla="*/ 0 w 171549"/>
                  <a:gd name="connsiteY3" fmla="*/ 171549 h 171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49" h="171549">
                    <a:moveTo>
                      <a:pt x="0" y="0"/>
                    </a:moveTo>
                    <a:lnTo>
                      <a:pt x="171549" y="0"/>
                    </a:lnTo>
                    <a:lnTo>
                      <a:pt x="171549" y="171549"/>
                    </a:lnTo>
                    <a:lnTo>
                      <a:pt x="0" y="171549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BDB51B97-39DC-483E-99C4-A5C77B695785}"/>
                  </a:ext>
                </a:extLst>
              </p:cNvPr>
              <p:cNvSpPr/>
              <p:nvPr/>
            </p:nvSpPr>
            <p:spPr>
              <a:xfrm>
                <a:off x="1713011" y="4369345"/>
                <a:ext cx="171549" cy="171549"/>
              </a:xfrm>
              <a:custGeom>
                <a:avLst/>
                <a:gdLst>
                  <a:gd name="connsiteX0" fmla="*/ 0 w 171549"/>
                  <a:gd name="connsiteY0" fmla="*/ 0 h 171549"/>
                  <a:gd name="connsiteX1" fmla="*/ 171549 w 171549"/>
                  <a:gd name="connsiteY1" fmla="*/ 0 h 171549"/>
                  <a:gd name="connsiteX2" fmla="*/ 171549 w 171549"/>
                  <a:gd name="connsiteY2" fmla="*/ 171549 h 171549"/>
                  <a:gd name="connsiteX3" fmla="*/ 0 w 171549"/>
                  <a:gd name="connsiteY3" fmla="*/ 171549 h 171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49" h="171549">
                    <a:moveTo>
                      <a:pt x="0" y="0"/>
                    </a:moveTo>
                    <a:lnTo>
                      <a:pt x="171549" y="0"/>
                    </a:lnTo>
                    <a:lnTo>
                      <a:pt x="171549" y="171549"/>
                    </a:lnTo>
                    <a:lnTo>
                      <a:pt x="0" y="171549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60BAD1-B107-4DE9-8E91-DFDF1DCBE841}"/>
                  </a:ext>
                </a:extLst>
              </p:cNvPr>
              <p:cNvSpPr/>
              <p:nvPr/>
            </p:nvSpPr>
            <p:spPr>
              <a:xfrm>
                <a:off x="1713011" y="5031035"/>
                <a:ext cx="171549" cy="171549"/>
              </a:xfrm>
              <a:custGeom>
                <a:avLst/>
                <a:gdLst>
                  <a:gd name="connsiteX0" fmla="*/ 0 w 171549"/>
                  <a:gd name="connsiteY0" fmla="*/ 0 h 171549"/>
                  <a:gd name="connsiteX1" fmla="*/ 171549 w 171549"/>
                  <a:gd name="connsiteY1" fmla="*/ 0 h 171549"/>
                  <a:gd name="connsiteX2" fmla="*/ 171549 w 171549"/>
                  <a:gd name="connsiteY2" fmla="*/ 171549 h 171549"/>
                  <a:gd name="connsiteX3" fmla="*/ 0 w 171549"/>
                  <a:gd name="connsiteY3" fmla="*/ 171549 h 171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549" h="171549">
                    <a:moveTo>
                      <a:pt x="0" y="0"/>
                    </a:moveTo>
                    <a:lnTo>
                      <a:pt x="171549" y="0"/>
                    </a:lnTo>
                    <a:lnTo>
                      <a:pt x="171549" y="171549"/>
                    </a:lnTo>
                    <a:lnTo>
                      <a:pt x="0" y="171549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A9A50421-B363-4091-A400-1A41374BE83F}"/>
                  </a:ext>
                </a:extLst>
              </p:cNvPr>
              <p:cNvSpPr/>
              <p:nvPr/>
            </p:nvSpPr>
            <p:spPr>
              <a:xfrm>
                <a:off x="1933574" y="4430613"/>
                <a:ext cx="392112" cy="710704"/>
              </a:xfrm>
              <a:custGeom>
                <a:avLst/>
                <a:gdLst>
                  <a:gd name="connsiteX0" fmla="*/ 220563 w 392112"/>
                  <a:gd name="connsiteY0" fmla="*/ 0 h 710704"/>
                  <a:gd name="connsiteX1" fmla="*/ 0 w 392112"/>
                  <a:gd name="connsiteY1" fmla="*/ 0 h 710704"/>
                  <a:gd name="connsiteX2" fmla="*/ 0 w 392112"/>
                  <a:gd name="connsiteY2" fmla="*/ 49014 h 710704"/>
                  <a:gd name="connsiteX3" fmla="*/ 171549 w 392112"/>
                  <a:gd name="connsiteY3" fmla="*/ 49014 h 710704"/>
                  <a:gd name="connsiteX4" fmla="*/ 171549 w 392112"/>
                  <a:gd name="connsiteY4" fmla="*/ 330845 h 710704"/>
                  <a:gd name="connsiteX5" fmla="*/ 0 w 392112"/>
                  <a:gd name="connsiteY5" fmla="*/ 330845 h 710704"/>
                  <a:gd name="connsiteX6" fmla="*/ 0 w 392112"/>
                  <a:gd name="connsiteY6" fmla="*/ 379859 h 710704"/>
                  <a:gd name="connsiteX7" fmla="*/ 171549 w 392112"/>
                  <a:gd name="connsiteY7" fmla="*/ 379859 h 710704"/>
                  <a:gd name="connsiteX8" fmla="*/ 171549 w 392112"/>
                  <a:gd name="connsiteY8" fmla="*/ 661690 h 710704"/>
                  <a:gd name="connsiteX9" fmla="*/ 0 w 392112"/>
                  <a:gd name="connsiteY9" fmla="*/ 661690 h 710704"/>
                  <a:gd name="connsiteX10" fmla="*/ 0 w 392112"/>
                  <a:gd name="connsiteY10" fmla="*/ 710704 h 710704"/>
                  <a:gd name="connsiteX11" fmla="*/ 220563 w 392112"/>
                  <a:gd name="connsiteY11" fmla="*/ 710704 h 710704"/>
                  <a:gd name="connsiteX12" fmla="*/ 220563 w 392112"/>
                  <a:gd name="connsiteY12" fmla="*/ 379859 h 710704"/>
                  <a:gd name="connsiteX13" fmla="*/ 392113 w 392112"/>
                  <a:gd name="connsiteY13" fmla="*/ 379859 h 710704"/>
                  <a:gd name="connsiteX14" fmla="*/ 392113 w 392112"/>
                  <a:gd name="connsiteY14" fmla="*/ 330845 h 710704"/>
                  <a:gd name="connsiteX15" fmla="*/ 220563 w 392112"/>
                  <a:gd name="connsiteY15" fmla="*/ 330845 h 710704"/>
                  <a:gd name="connsiteX16" fmla="*/ 220563 w 392112"/>
                  <a:gd name="connsiteY16" fmla="*/ 0 h 710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92112" h="710704">
                    <a:moveTo>
                      <a:pt x="220563" y="0"/>
                    </a:moveTo>
                    <a:lnTo>
                      <a:pt x="0" y="0"/>
                    </a:lnTo>
                    <a:lnTo>
                      <a:pt x="0" y="49014"/>
                    </a:lnTo>
                    <a:lnTo>
                      <a:pt x="171549" y="49014"/>
                    </a:lnTo>
                    <a:lnTo>
                      <a:pt x="171549" y="330845"/>
                    </a:lnTo>
                    <a:lnTo>
                      <a:pt x="0" y="330845"/>
                    </a:lnTo>
                    <a:lnTo>
                      <a:pt x="0" y="379859"/>
                    </a:lnTo>
                    <a:lnTo>
                      <a:pt x="171549" y="379859"/>
                    </a:lnTo>
                    <a:lnTo>
                      <a:pt x="171549" y="661690"/>
                    </a:lnTo>
                    <a:lnTo>
                      <a:pt x="0" y="661690"/>
                    </a:lnTo>
                    <a:lnTo>
                      <a:pt x="0" y="710704"/>
                    </a:lnTo>
                    <a:lnTo>
                      <a:pt x="220563" y="710704"/>
                    </a:lnTo>
                    <a:lnTo>
                      <a:pt x="220563" y="379859"/>
                    </a:lnTo>
                    <a:lnTo>
                      <a:pt x="392113" y="379859"/>
                    </a:lnTo>
                    <a:lnTo>
                      <a:pt x="392113" y="330845"/>
                    </a:lnTo>
                    <a:lnTo>
                      <a:pt x="220563" y="330845"/>
                    </a:lnTo>
                    <a:lnTo>
                      <a:pt x="220563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440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EB52B50-DFDD-47A5-A441-53F651789DF4}"/>
              </a:ext>
            </a:extLst>
          </p:cNvPr>
          <p:cNvGrpSpPr/>
          <p:nvPr/>
        </p:nvGrpSpPr>
        <p:grpSpPr>
          <a:xfrm>
            <a:off x="9705975" y="3015282"/>
            <a:ext cx="960436" cy="960438"/>
            <a:chOff x="9801225" y="4528344"/>
            <a:chExt cx="960436" cy="96043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4067B4A-E7ED-4943-9ADC-7011E78FC3DF}"/>
                </a:ext>
              </a:extLst>
            </p:cNvPr>
            <p:cNvSpPr/>
            <p:nvPr/>
          </p:nvSpPr>
          <p:spPr>
            <a:xfrm>
              <a:off x="9801225" y="4528344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" name="Graphic 14" descr="Share">
              <a:extLst>
                <a:ext uri="{FF2B5EF4-FFF2-40B4-BE49-F238E27FC236}">
                  <a16:creationId xmlns:a16="http://schemas.microsoft.com/office/drawing/2014/main" id="{31DD7534-E6D1-466B-8AFC-E75FA9085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831389" y="4550777"/>
              <a:ext cx="914400" cy="914400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19CB11C-E913-4873-9EE4-7BBA95797528}"/>
              </a:ext>
            </a:extLst>
          </p:cNvPr>
          <p:cNvSpPr txBox="1"/>
          <p:nvPr/>
        </p:nvSpPr>
        <p:spPr>
          <a:xfrm>
            <a:off x="838199" y="1697405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Power Query is a data connection feature, within Microsoft Excel, that enables Excel users to discover, connect, combine and transform data sources to meet your reporting needs.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01CA05-B1DE-4229-8D46-9D2297A21EE7}"/>
              </a:ext>
            </a:extLst>
          </p:cNvPr>
          <p:cNvSpPr txBox="1"/>
          <p:nvPr/>
        </p:nvSpPr>
        <p:spPr>
          <a:xfrm>
            <a:off x="1395736" y="4093644"/>
            <a:ext cx="1220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DISCOVER/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CONNECT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3E72CE0-4BF5-4519-BE77-69BDC75E9169}"/>
              </a:ext>
            </a:extLst>
          </p:cNvPr>
          <p:cNvGrpSpPr/>
          <p:nvPr/>
        </p:nvGrpSpPr>
        <p:grpSpPr>
          <a:xfrm>
            <a:off x="4338230" y="3015282"/>
            <a:ext cx="960436" cy="960438"/>
            <a:chOff x="5748309" y="4008218"/>
            <a:chExt cx="960436" cy="960438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BFCB3ED-DD9B-4EA2-B68F-BDD42FC99024}"/>
                </a:ext>
              </a:extLst>
            </p:cNvPr>
            <p:cNvSpPr/>
            <p:nvPr/>
          </p:nvSpPr>
          <p:spPr>
            <a:xfrm>
              <a:off x="5748309" y="4008218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2" name="Graphic 21" descr="Database">
              <a:extLst>
                <a:ext uri="{FF2B5EF4-FFF2-40B4-BE49-F238E27FC236}">
                  <a16:creationId xmlns:a16="http://schemas.microsoft.com/office/drawing/2014/main" id="{9EDF3442-04E1-4093-831B-E6613BEF1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25561" y="4139812"/>
              <a:ext cx="599052" cy="599052"/>
            </a:xfrm>
            <a:prstGeom prst="rect">
              <a:avLst/>
            </a:prstGeom>
          </p:spPr>
        </p:pic>
        <p:pic>
          <p:nvPicPr>
            <p:cNvPr id="28" name="Graphic 27" descr="Filter">
              <a:extLst>
                <a:ext uri="{FF2B5EF4-FFF2-40B4-BE49-F238E27FC236}">
                  <a16:creationId xmlns:a16="http://schemas.microsoft.com/office/drawing/2014/main" id="{07FDABC8-F56B-46AD-AB36-31BD1E458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60104" y="4350163"/>
              <a:ext cx="599052" cy="599052"/>
            </a:xfrm>
            <a:prstGeom prst="rect">
              <a:avLst/>
            </a:prstGeom>
          </p:spPr>
        </p:pic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0E87497-2B1E-43F3-8850-6B2336345C42}"/>
              </a:ext>
            </a:extLst>
          </p:cNvPr>
          <p:cNvGrpSpPr/>
          <p:nvPr/>
        </p:nvGrpSpPr>
        <p:grpSpPr>
          <a:xfrm>
            <a:off x="7150871" y="3015282"/>
            <a:ext cx="960436" cy="960438"/>
            <a:chOff x="7150872" y="3008065"/>
            <a:chExt cx="960436" cy="960438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4516708-F92C-43E6-A29C-0F4579756F15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3" name="Graphic 32" descr="Document">
              <a:extLst>
                <a:ext uri="{FF2B5EF4-FFF2-40B4-BE49-F238E27FC236}">
                  <a16:creationId xmlns:a16="http://schemas.microsoft.com/office/drawing/2014/main" id="{4A030353-7D10-4452-897D-A5ABCCCD8DD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403160" y="3426722"/>
              <a:ext cx="455860" cy="455860"/>
            </a:xfrm>
            <a:prstGeom prst="rect">
              <a:avLst/>
            </a:prstGeom>
          </p:spPr>
        </p:pic>
        <p:pic>
          <p:nvPicPr>
            <p:cNvPr id="31" name="Graphic 30" descr="Table">
              <a:extLst>
                <a:ext uri="{FF2B5EF4-FFF2-40B4-BE49-F238E27FC236}">
                  <a16:creationId xmlns:a16="http://schemas.microsoft.com/office/drawing/2014/main" id="{36B57BAB-A521-4401-93E7-2ACA17490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268116" y="3079513"/>
              <a:ext cx="339286" cy="339286"/>
            </a:xfrm>
            <a:prstGeom prst="rect">
              <a:avLst/>
            </a:prstGeom>
          </p:spPr>
        </p:pic>
        <p:pic>
          <p:nvPicPr>
            <p:cNvPr id="40" name="Graphic 39" descr="Table">
              <a:extLst>
                <a:ext uri="{FF2B5EF4-FFF2-40B4-BE49-F238E27FC236}">
                  <a16:creationId xmlns:a16="http://schemas.microsoft.com/office/drawing/2014/main" id="{5B85C2ED-C608-4EB2-B50E-7FBE380DD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37566" y="3079513"/>
              <a:ext cx="339286" cy="339286"/>
            </a:xfrm>
            <a:prstGeom prst="rect">
              <a:avLst/>
            </a:prstGeom>
          </p:spPr>
        </p:pic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CF71BB-04B2-49E0-96C6-07FE9806288E}"/>
                </a:ext>
              </a:extLst>
            </p:cNvPr>
            <p:cNvCxnSpPr>
              <a:cxnSpLocks/>
            </p:cNvCxnSpPr>
            <p:nvPr/>
          </p:nvCxnSpPr>
          <p:spPr>
            <a:xfrm>
              <a:off x="7414857" y="3350010"/>
              <a:ext cx="110804" cy="105451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9075FF6-4864-46A1-BD6B-DDA3655175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18679" y="3350900"/>
              <a:ext cx="83076" cy="137384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886E851F-6A29-4EF9-9355-991915B70926}"/>
              </a:ext>
            </a:extLst>
          </p:cNvPr>
          <p:cNvSpPr txBox="1"/>
          <p:nvPr/>
        </p:nvSpPr>
        <p:spPr>
          <a:xfrm>
            <a:off x="4124412" y="4079524"/>
            <a:ext cx="138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TRANSFORM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891040-3323-4150-BB42-48DBA3447FC6}"/>
              </a:ext>
            </a:extLst>
          </p:cNvPr>
          <p:cNvSpPr txBox="1"/>
          <p:nvPr/>
        </p:nvSpPr>
        <p:spPr>
          <a:xfrm>
            <a:off x="7168911" y="4079524"/>
            <a:ext cx="1099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MERGE/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COMBINE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82E4B5B-8328-4DA5-85DA-E1C91895145A}"/>
              </a:ext>
            </a:extLst>
          </p:cNvPr>
          <p:cNvSpPr txBox="1"/>
          <p:nvPr/>
        </p:nvSpPr>
        <p:spPr>
          <a:xfrm>
            <a:off x="9783678" y="4103857"/>
            <a:ext cx="805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SHARE</a:t>
            </a:r>
          </a:p>
        </p:txBody>
      </p:sp>
    </p:spTree>
    <p:extLst>
      <p:ext uri="{BB962C8B-B14F-4D97-AF65-F5344CB8AC3E}">
        <p14:creationId xmlns:p14="http://schemas.microsoft.com/office/powerpoint/2010/main" val="1413520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6F9D-1386-4EA9-8F22-65B27D968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6"/>
                </a:solidFill>
              </a:rPr>
              <a:t>POWER</a:t>
            </a:r>
            <a:r>
              <a:rPr lang="en-US" dirty="0"/>
              <a:t> OF </a:t>
            </a:r>
            <a:r>
              <a:rPr lang="en-US" dirty="0">
                <a:solidFill>
                  <a:schemeClr val="accent2"/>
                </a:solidFill>
              </a:rPr>
              <a:t>POWER QUERY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7657E7-FF8A-4153-8F15-103FC48F6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23" y="1828799"/>
            <a:ext cx="2608267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407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46F9D-1386-4EA9-8F22-65B27D968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chemeClr val="accent6"/>
                </a:solidFill>
              </a:rPr>
              <a:t>POWER</a:t>
            </a:r>
            <a:r>
              <a:rPr lang="en-US" dirty="0"/>
              <a:t> OF </a:t>
            </a:r>
            <a:r>
              <a:rPr lang="en-US" dirty="0">
                <a:solidFill>
                  <a:schemeClr val="accent2"/>
                </a:solidFill>
              </a:rPr>
              <a:t>POWER QUERY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7657E7-FF8A-4153-8F15-103FC48F6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323" y="1828799"/>
            <a:ext cx="2608267" cy="39719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917FCA-09A4-4E15-B62F-06443EBED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0718" y="1828799"/>
            <a:ext cx="5444444" cy="3971925"/>
          </a:xfrm>
          <a:prstGeom prst="rect">
            <a:avLst/>
          </a:prstGeom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07CE7F9B-C510-4C82-A5CA-9225A21EE317}"/>
              </a:ext>
            </a:extLst>
          </p:cNvPr>
          <p:cNvSpPr/>
          <p:nvPr/>
        </p:nvSpPr>
        <p:spPr>
          <a:xfrm>
            <a:off x="3869971" y="2493818"/>
            <a:ext cx="1359366" cy="673331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D5C580FF-21D7-4FD6-BBA9-FFD4A4BCECC9}"/>
              </a:ext>
            </a:extLst>
          </p:cNvPr>
          <p:cNvSpPr/>
          <p:nvPr/>
        </p:nvSpPr>
        <p:spPr>
          <a:xfrm>
            <a:off x="3869971" y="3970279"/>
            <a:ext cx="1359366" cy="673331"/>
          </a:xfrm>
          <a:prstGeom prst="rightArrow">
            <a:avLst/>
          </a:prstGeom>
          <a:ln>
            <a:solidFill>
              <a:schemeClr val="bg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46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E8175-03F1-4DCB-9704-88C1419F6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POWER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69B88-E171-49BE-A3D5-5ACDB0E49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206" y="1825625"/>
            <a:ext cx="4813069" cy="4351338"/>
          </a:xfrm>
        </p:spPr>
        <p:txBody>
          <a:bodyPr>
            <a:normAutofit/>
          </a:bodyPr>
          <a:lstStyle/>
          <a:p>
            <a:r>
              <a:rPr lang="en-US" dirty="0"/>
              <a:t>Power Query is built into Excel 2016, 2019, Office 365</a:t>
            </a:r>
          </a:p>
          <a:p>
            <a:pPr lvl="1"/>
            <a:r>
              <a:rPr lang="en-US" dirty="0"/>
              <a:t>The feature is available on the DATA tab under GET AND TRANSFORM</a:t>
            </a:r>
          </a:p>
          <a:p>
            <a:r>
              <a:rPr lang="en-US" dirty="0"/>
              <a:t>Power Query is also available for Excel 2010 and 2013 through a free download from Microsoft.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568D5B4E-51AE-463F-A59E-1A2C688E7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733" y="1971522"/>
            <a:ext cx="3200847" cy="943107"/>
          </a:xfrm>
          <a:prstGeom prst="rect">
            <a:avLst/>
          </a:prstGeom>
          <a:ln w="38100">
            <a:solidFill>
              <a:schemeClr val="accent6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07A954-3232-4953-A421-04EC685D83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48"/>
          <a:stretch/>
        </p:blipFill>
        <p:spPr>
          <a:xfrm>
            <a:off x="5759162" y="3755988"/>
            <a:ext cx="5594638" cy="619938"/>
          </a:xfrm>
          <a:prstGeom prst="rect">
            <a:avLst/>
          </a:prstGeom>
        </p:spPr>
      </p:pic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C8F5F1D9-9F7F-43EC-9112-253F30B98DA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48"/>
          <a:stretch/>
        </p:blipFill>
        <p:spPr>
          <a:xfrm>
            <a:off x="5759162" y="4817271"/>
            <a:ext cx="5594638" cy="6199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452E8D-A7A7-4AD9-A572-A355E2D3A057}"/>
              </a:ext>
            </a:extLst>
          </p:cNvPr>
          <p:cNvSpPr txBox="1"/>
          <p:nvPr/>
        </p:nvSpPr>
        <p:spPr>
          <a:xfrm>
            <a:off x="5643849" y="3386656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2010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C6C613-A24D-494B-A485-EDD198686DFA}"/>
              </a:ext>
            </a:extLst>
          </p:cNvPr>
          <p:cNvSpPr txBox="1"/>
          <p:nvPr/>
        </p:nvSpPr>
        <p:spPr>
          <a:xfrm>
            <a:off x="5643849" y="4485588"/>
            <a:ext cx="652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2013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4C3B72-A5C6-47BF-A6FB-D5F1F0942D0A}"/>
              </a:ext>
            </a:extLst>
          </p:cNvPr>
          <p:cNvSpPr txBox="1"/>
          <p:nvPr/>
        </p:nvSpPr>
        <p:spPr>
          <a:xfrm>
            <a:off x="838199" y="5636622"/>
            <a:ext cx="68760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https://www.microsoft.com/en-us/download/details.aspx?id=39379</a:t>
            </a:r>
            <a:endParaRPr lang="en-US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913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2D61-7A9F-4225-9EDD-4F1151D4B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RELATIONSHIPS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8965FD-7A89-466D-A55E-D01E670D59ED}"/>
              </a:ext>
            </a:extLst>
          </p:cNvPr>
          <p:cNvGrpSpPr/>
          <p:nvPr/>
        </p:nvGrpSpPr>
        <p:grpSpPr>
          <a:xfrm>
            <a:off x="838200" y="1872281"/>
            <a:ext cx="1325560" cy="1325563"/>
            <a:chOff x="7150872" y="3008065"/>
            <a:chExt cx="960436" cy="96043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34B65FF-3E75-4C0E-890F-ECF912421F59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 descr="Document">
              <a:extLst>
                <a:ext uri="{FF2B5EF4-FFF2-40B4-BE49-F238E27FC236}">
                  <a16:creationId xmlns:a16="http://schemas.microsoft.com/office/drawing/2014/main" id="{356211D7-A385-4D93-8E9F-57E498330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2902" y="3120096"/>
              <a:ext cx="736376" cy="73637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7B9401-F8FC-41AB-BB02-2CA9B8E91802}"/>
              </a:ext>
            </a:extLst>
          </p:cNvPr>
          <p:cNvGrpSpPr/>
          <p:nvPr/>
        </p:nvGrpSpPr>
        <p:grpSpPr>
          <a:xfrm>
            <a:off x="9934575" y="3882056"/>
            <a:ext cx="1325560" cy="1325563"/>
            <a:chOff x="7150872" y="3008065"/>
            <a:chExt cx="960436" cy="96043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3A29B9A-31CF-4E6B-B616-E59B67633D46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Document">
              <a:extLst>
                <a:ext uri="{FF2B5EF4-FFF2-40B4-BE49-F238E27FC236}">
                  <a16:creationId xmlns:a16="http://schemas.microsoft.com/office/drawing/2014/main" id="{241CDD9D-2F05-4E96-9C98-9A9F05707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2902" y="3120096"/>
              <a:ext cx="736376" cy="736376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069D362-5F41-4C62-9659-F491CF7FA19B}"/>
              </a:ext>
            </a:extLst>
          </p:cNvPr>
          <p:cNvSpPr txBox="1"/>
          <p:nvPr/>
        </p:nvSpPr>
        <p:spPr>
          <a:xfrm>
            <a:off x="639718" y="3197843"/>
            <a:ext cx="1722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EMPLOYEE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BC67E2-C5CA-4562-86EB-156AABD448FF}"/>
              </a:ext>
            </a:extLst>
          </p:cNvPr>
          <p:cNvSpPr txBox="1"/>
          <p:nvPr/>
        </p:nvSpPr>
        <p:spPr>
          <a:xfrm>
            <a:off x="9909184" y="5207618"/>
            <a:ext cx="1376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ORDER DATA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6DFC6BF-315D-4486-8D0C-F6F730B14A3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2731" b="27918"/>
          <a:stretch/>
        </p:blipFill>
        <p:spPr>
          <a:xfrm>
            <a:off x="2516861" y="1872281"/>
            <a:ext cx="5605463" cy="140749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C62B741-8180-4207-80A1-38BFA583602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7972" b="41594"/>
          <a:stretch/>
        </p:blipFill>
        <p:spPr>
          <a:xfrm>
            <a:off x="4567237" y="3882056"/>
            <a:ext cx="5072063" cy="140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295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2D61-7A9F-4225-9EDD-4F1151D4B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RELATIONSHIPS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8965FD-7A89-466D-A55E-D01E670D59ED}"/>
              </a:ext>
            </a:extLst>
          </p:cNvPr>
          <p:cNvGrpSpPr/>
          <p:nvPr/>
        </p:nvGrpSpPr>
        <p:grpSpPr>
          <a:xfrm>
            <a:off x="838200" y="1872281"/>
            <a:ext cx="1325560" cy="1325563"/>
            <a:chOff x="7150872" y="3008065"/>
            <a:chExt cx="960436" cy="96043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34B65FF-3E75-4C0E-890F-ECF912421F59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 descr="Document">
              <a:extLst>
                <a:ext uri="{FF2B5EF4-FFF2-40B4-BE49-F238E27FC236}">
                  <a16:creationId xmlns:a16="http://schemas.microsoft.com/office/drawing/2014/main" id="{356211D7-A385-4D93-8E9F-57E498330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2902" y="3120096"/>
              <a:ext cx="736376" cy="73637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7B9401-F8FC-41AB-BB02-2CA9B8E91802}"/>
              </a:ext>
            </a:extLst>
          </p:cNvPr>
          <p:cNvGrpSpPr/>
          <p:nvPr/>
        </p:nvGrpSpPr>
        <p:grpSpPr>
          <a:xfrm>
            <a:off x="9934575" y="3882056"/>
            <a:ext cx="1325560" cy="1325563"/>
            <a:chOff x="7150872" y="3008065"/>
            <a:chExt cx="960436" cy="96043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3A29B9A-31CF-4E6B-B616-E59B67633D46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Document">
              <a:extLst>
                <a:ext uri="{FF2B5EF4-FFF2-40B4-BE49-F238E27FC236}">
                  <a16:creationId xmlns:a16="http://schemas.microsoft.com/office/drawing/2014/main" id="{241CDD9D-2F05-4E96-9C98-9A9F05707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2902" y="3120096"/>
              <a:ext cx="736376" cy="736376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069D362-5F41-4C62-9659-F491CF7FA19B}"/>
              </a:ext>
            </a:extLst>
          </p:cNvPr>
          <p:cNvSpPr txBox="1"/>
          <p:nvPr/>
        </p:nvSpPr>
        <p:spPr>
          <a:xfrm>
            <a:off x="639718" y="3197843"/>
            <a:ext cx="1722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EMPLOYEE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BC67E2-C5CA-4562-86EB-156AABD448FF}"/>
              </a:ext>
            </a:extLst>
          </p:cNvPr>
          <p:cNvSpPr txBox="1"/>
          <p:nvPr/>
        </p:nvSpPr>
        <p:spPr>
          <a:xfrm>
            <a:off x="9909184" y="5207618"/>
            <a:ext cx="1376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ORDER DATA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6DFC6BF-315D-4486-8D0C-F6F730B14A3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2731" b="27918"/>
          <a:stretch/>
        </p:blipFill>
        <p:spPr>
          <a:xfrm>
            <a:off x="2516861" y="1872281"/>
            <a:ext cx="5605463" cy="140749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C62B741-8180-4207-80A1-38BFA583602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7972" b="41594"/>
          <a:stretch/>
        </p:blipFill>
        <p:spPr>
          <a:xfrm>
            <a:off x="4567237" y="3882056"/>
            <a:ext cx="5072063" cy="1407494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8BE94C-F167-412D-BCC7-28369B208059}"/>
              </a:ext>
            </a:extLst>
          </p:cNvPr>
          <p:cNvSpPr/>
          <p:nvPr/>
        </p:nvSpPr>
        <p:spPr>
          <a:xfrm>
            <a:off x="2438400" y="1800224"/>
            <a:ext cx="1085849" cy="1628775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31CE8F-8925-46CA-AE05-CB96FF7E6C85}"/>
              </a:ext>
            </a:extLst>
          </p:cNvPr>
          <p:cNvSpPr/>
          <p:nvPr/>
        </p:nvSpPr>
        <p:spPr>
          <a:xfrm>
            <a:off x="6067424" y="3771415"/>
            <a:ext cx="1085849" cy="1628775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1969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2D61-7A9F-4225-9EDD-4F1151D4B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RELATIONSHIPS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8965FD-7A89-466D-A55E-D01E670D59ED}"/>
              </a:ext>
            </a:extLst>
          </p:cNvPr>
          <p:cNvGrpSpPr/>
          <p:nvPr/>
        </p:nvGrpSpPr>
        <p:grpSpPr>
          <a:xfrm>
            <a:off x="838200" y="1872281"/>
            <a:ext cx="1325560" cy="1325563"/>
            <a:chOff x="7150872" y="3008065"/>
            <a:chExt cx="960436" cy="96043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34B65FF-3E75-4C0E-890F-ECF912421F59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 descr="Document">
              <a:extLst>
                <a:ext uri="{FF2B5EF4-FFF2-40B4-BE49-F238E27FC236}">
                  <a16:creationId xmlns:a16="http://schemas.microsoft.com/office/drawing/2014/main" id="{356211D7-A385-4D93-8E9F-57E498330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2902" y="3120096"/>
              <a:ext cx="736376" cy="73637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7B9401-F8FC-41AB-BB02-2CA9B8E91802}"/>
              </a:ext>
            </a:extLst>
          </p:cNvPr>
          <p:cNvGrpSpPr/>
          <p:nvPr/>
        </p:nvGrpSpPr>
        <p:grpSpPr>
          <a:xfrm>
            <a:off x="9934575" y="3882056"/>
            <a:ext cx="1325560" cy="1325563"/>
            <a:chOff x="7150872" y="3008065"/>
            <a:chExt cx="960436" cy="96043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3A29B9A-31CF-4E6B-B616-E59B67633D46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Document">
              <a:extLst>
                <a:ext uri="{FF2B5EF4-FFF2-40B4-BE49-F238E27FC236}">
                  <a16:creationId xmlns:a16="http://schemas.microsoft.com/office/drawing/2014/main" id="{241CDD9D-2F05-4E96-9C98-9A9F05707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2902" y="3120096"/>
              <a:ext cx="736376" cy="736376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069D362-5F41-4C62-9659-F491CF7FA19B}"/>
              </a:ext>
            </a:extLst>
          </p:cNvPr>
          <p:cNvSpPr txBox="1"/>
          <p:nvPr/>
        </p:nvSpPr>
        <p:spPr>
          <a:xfrm>
            <a:off x="639718" y="3197843"/>
            <a:ext cx="1722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EMPLOYEE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BC67E2-C5CA-4562-86EB-156AABD448FF}"/>
              </a:ext>
            </a:extLst>
          </p:cNvPr>
          <p:cNvSpPr txBox="1"/>
          <p:nvPr/>
        </p:nvSpPr>
        <p:spPr>
          <a:xfrm>
            <a:off x="9909184" y="5207618"/>
            <a:ext cx="1376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ORDER DATA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6DFC6BF-315D-4486-8D0C-F6F730B14A3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2731" b="27918"/>
          <a:stretch/>
        </p:blipFill>
        <p:spPr>
          <a:xfrm>
            <a:off x="2516861" y="1872281"/>
            <a:ext cx="5605463" cy="140749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C62B741-8180-4207-80A1-38BFA583602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7972" b="41594"/>
          <a:stretch/>
        </p:blipFill>
        <p:spPr>
          <a:xfrm>
            <a:off x="4567237" y="3882056"/>
            <a:ext cx="5072063" cy="1407494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8BE94C-F167-412D-BCC7-28369B208059}"/>
              </a:ext>
            </a:extLst>
          </p:cNvPr>
          <p:cNvSpPr/>
          <p:nvPr/>
        </p:nvSpPr>
        <p:spPr>
          <a:xfrm>
            <a:off x="2438400" y="1800224"/>
            <a:ext cx="1085849" cy="1628775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931CE8F-8925-46CA-AE05-CB96FF7E6C85}"/>
              </a:ext>
            </a:extLst>
          </p:cNvPr>
          <p:cNvSpPr/>
          <p:nvPr/>
        </p:nvSpPr>
        <p:spPr>
          <a:xfrm>
            <a:off x="6067424" y="3771415"/>
            <a:ext cx="1085849" cy="1628775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0D901-8F01-4F95-8BD0-57F6BD98B1F2}"/>
              </a:ext>
            </a:extLst>
          </p:cNvPr>
          <p:cNvSpPr txBox="1"/>
          <p:nvPr/>
        </p:nvSpPr>
        <p:spPr>
          <a:xfrm>
            <a:off x="1194645" y="3475491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LEFT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1238D-6FE2-4F7C-8C8D-836E3AB37AEA}"/>
              </a:ext>
            </a:extLst>
          </p:cNvPr>
          <p:cNvSpPr txBox="1"/>
          <p:nvPr/>
        </p:nvSpPr>
        <p:spPr>
          <a:xfrm>
            <a:off x="10206059" y="5447815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RIGHT</a:t>
            </a:r>
          </a:p>
        </p:txBody>
      </p:sp>
    </p:spTree>
    <p:extLst>
      <p:ext uri="{BB962C8B-B14F-4D97-AF65-F5344CB8AC3E}">
        <p14:creationId xmlns:p14="http://schemas.microsoft.com/office/powerpoint/2010/main" val="17780673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2D61-7A9F-4225-9EDD-4F1151D4B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RELATIONSHIPS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8965FD-7A89-466D-A55E-D01E670D59ED}"/>
              </a:ext>
            </a:extLst>
          </p:cNvPr>
          <p:cNvGrpSpPr/>
          <p:nvPr/>
        </p:nvGrpSpPr>
        <p:grpSpPr>
          <a:xfrm>
            <a:off x="838200" y="1872281"/>
            <a:ext cx="1325560" cy="1325563"/>
            <a:chOff x="7150872" y="3008065"/>
            <a:chExt cx="960436" cy="96043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34B65FF-3E75-4C0E-890F-ECF912421F59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 descr="Document">
              <a:extLst>
                <a:ext uri="{FF2B5EF4-FFF2-40B4-BE49-F238E27FC236}">
                  <a16:creationId xmlns:a16="http://schemas.microsoft.com/office/drawing/2014/main" id="{356211D7-A385-4D93-8E9F-57E498330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2902" y="3120096"/>
              <a:ext cx="736376" cy="73637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7B9401-F8FC-41AB-BB02-2CA9B8E91802}"/>
              </a:ext>
            </a:extLst>
          </p:cNvPr>
          <p:cNvGrpSpPr/>
          <p:nvPr/>
        </p:nvGrpSpPr>
        <p:grpSpPr>
          <a:xfrm>
            <a:off x="9934575" y="1909732"/>
            <a:ext cx="1325560" cy="1325563"/>
            <a:chOff x="7150872" y="3008065"/>
            <a:chExt cx="960436" cy="96043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3A29B9A-31CF-4E6B-B616-E59B67633D46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Document">
              <a:extLst>
                <a:ext uri="{FF2B5EF4-FFF2-40B4-BE49-F238E27FC236}">
                  <a16:creationId xmlns:a16="http://schemas.microsoft.com/office/drawing/2014/main" id="{241CDD9D-2F05-4E96-9C98-9A9F05707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2902" y="3120096"/>
              <a:ext cx="736376" cy="736376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069D362-5F41-4C62-9659-F491CF7FA19B}"/>
              </a:ext>
            </a:extLst>
          </p:cNvPr>
          <p:cNvSpPr txBox="1"/>
          <p:nvPr/>
        </p:nvSpPr>
        <p:spPr>
          <a:xfrm>
            <a:off x="639718" y="3197843"/>
            <a:ext cx="1722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EMPLOYEE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BC67E2-C5CA-4562-86EB-156AABD448FF}"/>
              </a:ext>
            </a:extLst>
          </p:cNvPr>
          <p:cNvSpPr txBox="1"/>
          <p:nvPr/>
        </p:nvSpPr>
        <p:spPr>
          <a:xfrm>
            <a:off x="9909184" y="3235294"/>
            <a:ext cx="1376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ORDER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0D901-8F01-4F95-8BD0-57F6BD98B1F2}"/>
              </a:ext>
            </a:extLst>
          </p:cNvPr>
          <p:cNvSpPr txBox="1"/>
          <p:nvPr/>
        </p:nvSpPr>
        <p:spPr>
          <a:xfrm>
            <a:off x="1194645" y="3475491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LEFT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1238D-6FE2-4F7C-8C8D-836E3AB37AEA}"/>
              </a:ext>
            </a:extLst>
          </p:cNvPr>
          <p:cNvSpPr txBox="1"/>
          <p:nvPr/>
        </p:nvSpPr>
        <p:spPr>
          <a:xfrm>
            <a:off x="10206059" y="3475491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RIGHT</a:t>
            </a:r>
          </a:p>
        </p:txBody>
      </p:sp>
    </p:spTree>
    <p:extLst>
      <p:ext uri="{BB962C8B-B14F-4D97-AF65-F5344CB8AC3E}">
        <p14:creationId xmlns:p14="http://schemas.microsoft.com/office/powerpoint/2010/main" val="4131447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2D61-7A9F-4225-9EDD-4F1151D4B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RELATIONSHIPS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8965FD-7A89-466D-A55E-D01E670D59ED}"/>
              </a:ext>
            </a:extLst>
          </p:cNvPr>
          <p:cNvGrpSpPr/>
          <p:nvPr/>
        </p:nvGrpSpPr>
        <p:grpSpPr>
          <a:xfrm>
            <a:off x="838200" y="1872281"/>
            <a:ext cx="1325560" cy="1325563"/>
            <a:chOff x="7150872" y="3008065"/>
            <a:chExt cx="960436" cy="96043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34B65FF-3E75-4C0E-890F-ECF912421F59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 descr="Document">
              <a:extLst>
                <a:ext uri="{FF2B5EF4-FFF2-40B4-BE49-F238E27FC236}">
                  <a16:creationId xmlns:a16="http://schemas.microsoft.com/office/drawing/2014/main" id="{356211D7-A385-4D93-8E9F-57E498330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2902" y="3120096"/>
              <a:ext cx="736376" cy="73637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7B9401-F8FC-41AB-BB02-2CA9B8E91802}"/>
              </a:ext>
            </a:extLst>
          </p:cNvPr>
          <p:cNvGrpSpPr/>
          <p:nvPr/>
        </p:nvGrpSpPr>
        <p:grpSpPr>
          <a:xfrm>
            <a:off x="9934575" y="1909732"/>
            <a:ext cx="1325560" cy="1325563"/>
            <a:chOff x="7150872" y="3008065"/>
            <a:chExt cx="960436" cy="96043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3A29B9A-31CF-4E6B-B616-E59B67633D46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Document">
              <a:extLst>
                <a:ext uri="{FF2B5EF4-FFF2-40B4-BE49-F238E27FC236}">
                  <a16:creationId xmlns:a16="http://schemas.microsoft.com/office/drawing/2014/main" id="{241CDD9D-2F05-4E96-9C98-9A9F05707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2902" y="3120096"/>
              <a:ext cx="736376" cy="736376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069D362-5F41-4C62-9659-F491CF7FA19B}"/>
              </a:ext>
            </a:extLst>
          </p:cNvPr>
          <p:cNvSpPr txBox="1"/>
          <p:nvPr/>
        </p:nvSpPr>
        <p:spPr>
          <a:xfrm>
            <a:off x="639718" y="3197843"/>
            <a:ext cx="1722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EMPLOYEE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BC67E2-C5CA-4562-86EB-156AABD448FF}"/>
              </a:ext>
            </a:extLst>
          </p:cNvPr>
          <p:cNvSpPr txBox="1"/>
          <p:nvPr/>
        </p:nvSpPr>
        <p:spPr>
          <a:xfrm>
            <a:off x="9909184" y="3235294"/>
            <a:ext cx="1376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ORDER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0D901-8F01-4F95-8BD0-57F6BD98B1F2}"/>
              </a:ext>
            </a:extLst>
          </p:cNvPr>
          <p:cNvSpPr txBox="1"/>
          <p:nvPr/>
        </p:nvSpPr>
        <p:spPr>
          <a:xfrm>
            <a:off x="1194645" y="3475491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LEFT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1238D-6FE2-4F7C-8C8D-836E3AB37AEA}"/>
              </a:ext>
            </a:extLst>
          </p:cNvPr>
          <p:cNvSpPr txBox="1"/>
          <p:nvPr/>
        </p:nvSpPr>
        <p:spPr>
          <a:xfrm>
            <a:off x="10206059" y="3475491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RIGHT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98DD7D0-8B30-43E7-B3A4-F6E41116E102}"/>
              </a:ext>
            </a:extLst>
          </p:cNvPr>
          <p:cNvSpPr/>
          <p:nvPr/>
        </p:nvSpPr>
        <p:spPr>
          <a:xfrm>
            <a:off x="4129266" y="3014709"/>
            <a:ext cx="2409763" cy="2409763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D23253E-6119-46C8-909C-3F5BBF46CF54}"/>
              </a:ext>
            </a:extLst>
          </p:cNvPr>
          <p:cNvSpPr/>
          <p:nvPr/>
        </p:nvSpPr>
        <p:spPr>
          <a:xfrm>
            <a:off x="5757787" y="3014709"/>
            <a:ext cx="2409763" cy="2409763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8051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2D61-7A9F-4225-9EDD-4F1151D4B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RELATIONSHIPS/JOINS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8965FD-7A89-466D-A55E-D01E670D59ED}"/>
              </a:ext>
            </a:extLst>
          </p:cNvPr>
          <p:cNvGrpSpPr/>
          <p:nvPr/>
        </p:nvGrpSpPr>
        <p:grpSpPr>
          <a:xfrm>
            <a:off x="838200" y="1872281"/>
            <a:ext cx="1325560" cy="1325563"/>
            <a:chOff x="7150872" y="3008065"/>
            <a:chExt cx="960436" cy="96043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34B65FF-3E75-4C0E-890F-ECF912421F59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 descr="Document">
              <a:extLst>
                <a:ext uri="{FF2B5EF4-FFF2-40B4-BE49-F238E27FC236}">
                  <a16:creationId xmlns:a16="http://schemas.microsoft.com/office/drawing/2014/main" id="{356211D7-A385-4D93-8E9F-57E498330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2902" y="3120096"/>
              <a:ext cx="736376" cy="73637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7B9401-F8FC-41AB-BB02-2CA9B8E91802}"/>
              </a:ext>
            </a:extLst>
          </p:cNvPr>
          <p:cNvGrpSpPr/>
          <p:nvPr/>
        </p:nvGrpSpPr>
        <p:grpSpPr>
          <a:xfrm>
            <a:off x="9934575" y="1909732"/>
            <a:ext cx="1325560" cy="1325563"/>
            <a:chOff x="7150872" y="3008065"/>
            <a:chExt cx="960436" cy="96043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3A29B9A-31CF-4E6B-B616-E59B67633D46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Document">
              <a:extLst>
                <a:ext uri="{FF2B5EF4-FFF2-40B4-BE49-F238E27FC236}">
                  <a16:creationId xmlns:a16="http://schemas.microsoft.com/office/drawing/2014/main" id="{241CDD9D-2F05-4E96-9C98-9A9F05707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2902" y="3120096"/>
              <a:ext cx="736376" cy="736376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069D362-5F41-4C62-9659-F491CF7FA19B}"/>
              </a:ext>
            </a:extLst>
          </p:cNvPr>
          <p:cNvSpPr txBox="1"/>
          <p:nvPr/>
        </p:nvSpPr>
        <p:spPr>
          <a:xfrm>
            <a:off x="639718" y="3197843"/>
            <a:ext cx="1722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EMPLOYEE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BC67E2-C5CA-4562-86EB-156AABD448FF}"/>
              </a:ext>
            </a:extLst>
          </p:cNvPr>
          <p:cNvSpPr txBox="1"/>
          <p:nvPr/>
        </p:nvSpPr>
        <p:spPr>
          <a:xfrm>
            <a:off x="9909184" y="3235294"/>
            <a:ext cx="1376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ORDER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0D901-8F01-4F95-8BD0-57F6BD98B1F2}"/>
              </a:ext>
            </a:extLst>
          </p:cNvPr>
          <p:cNvSpPr txBox="1"/>
          <p:nvPr/>
        </p:nvSpPr>
        <p:spPr>
          <a:xfrm>
            <a:off x="1194645" y="3475491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LEFT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1238D-6FE2-4F7C-8C8D-836E3AB37AEA}"/>
              </a:ext>
            </a:extLst>
          </p:cNvPr>
          <p:cNvSpPr txBox="1"/>
          <p:nvPr/>
        </p:nvSpPr>
        <p:spPr>
          <a:xfrm>
            <a:off x="10206059" y="3475491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RIGHT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98DD7D0-8B30-43E7-B3A4-F6E41116E102}"/>
              </a:ext>
            </a:extLst>
          </p:cNvPr>
          <p:cNvSpPr/>
          <p:nvPr/>
        </p:nvSpPr>
        <p:spPr>
          <a:xfrm>
            <a:off x="4129266" y="3014709"/>
            <a:ext cx="2409763" cy="2409763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D23253E-6119-46C8-909C-3F5BBF46CF54}"/>
              </a:ext>
            </a:extLst>
          </p:cNvPr>
          <p:cNvSpPr/>
          <p:nvPr/>
        </p:nvSpPr>
        <p:spPr>
          <a:xfrm>
            <a:off x="5757787" y="3014709"/>
            <a:ext cx="2409763" cy="2409763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ED7FC7-E217-4908-AF1F-CAE1C831E6F7}"/>
              </a:ext>
            </a:extLst>
          </p:cNvPr>
          <p:cNvSpPr txBox="1"/>
          <p:nvPr/>
        </p:nvSpPr>
        <p:spPr>
          <a:xfrm>
            <a:off x="3111560" y="1879687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LEFT OUTER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41DD85-71E7-431B-A4D1-6CF301A4BA23}"/>
              </a:ext>
            </a:extLst>
          </p:cNvPr>
          <p:cNvSpPr txBox="1"/>
          <p:nvPr/>
        </p:nvSpPr>
        <p:spPr>
          <a:xfrm>
            <a:off x="5450631" y="1872281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INNER JOIN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8CB83C-D242-4A71-A2F3-574807F5183C}"/>
              </a:ext>
            </a:extLst>
          </p:cNvPr>
          <p:cNvSpPr txBox="1"/>
          <p:nvPr/>
        </p:nvSpPr>
        <p:spPr>
          <a:xfrm>
            <a:off x="7751230" y="1879822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RIGHT OUTER</a:t>
            </a:r>
          </a:p>
        </p:txBody>
      </p:sp>
    </p:spTree>
    <p:extLst>
      <p:ext uri="{BB962C8B-B14F-4D97-AF65-F5344CB8AC3E}">
        <p14:creationId xmlns:p14="http://schemas.microsoft.com/office/powerpoint/2010/main" val="3000183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2D61-7A9F-4225-9EDD-4F1151D4B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RELATIONSHIPS/JOINS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8965FD-7A89-466D-A55E-D01E670D59ED}"/>
              </a:ext>
            </a:extLst>
          </p:cNvPr>
          <p:cNvGrpSpPr/>
          <p:nvPr/>
        </p:nvGrpSpPr>
        <p:grpSpPr>
          <a:xfrm>
            <a:off x="838200" y="1872281"/>
            <a:ext cx="1325560" cy="1325563"/>
            <a:chOff x="7150872" y="3008065"/>
            <a:chExt cx="960436" cy="96043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34B65FF-3E75-4C0E-890F-ECF912421F59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 descr="Document">
              <a:extLst>
                <a:ext uri="{FF2B5EF4-FFF2-40B4-BE49-F238E27FC236}">
                  <a16:creationId xmlns:a16="http://schemas.microsoft.com/office/drawing/2014/main" id="{356211D7-A385-4D93-8E9F-57E498330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2902" y="3120096"/>
              <a:ext cx="736376" cy="73637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7B9401-F8FC-41AB-BB02-2CA9B8E91802}"/>
              </a:ext>
            </a:extLst>
          </p:cNvPr>
          <p:cNvGrpSpPr/>
          <p:nvPr/>
        </p:nvGrpSpPr>
        <p:grpSpPr>
          <a:xfrm>
            <a:off x="9934575" y="1909732"/>
            <a:ext cx="1325560" cy="1325563"/>
            <a:chOff x="7150872" y="3008065"/>
            <a:chExt cx="960436" cy="96043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3A29B9A-31CF-4E6B-B616-E59B67633D46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Document">
              <a:extLst>
                <a:ext uri="{FF2B5EF4-FFF2-40B4-BE49-F238E27FC236}">
                  <a16:creationId xmlns:a16="http://schemas.microsoft.com/office/drawing/2014/main" id="{241CDD9D-2F05-4E96-9C98-9A9F05707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2902" y="3120096"/>
              <a:ext cx="736376" cy="736376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069D362-5F41-4C62-9659-F491CF7FA19B}"/>
              </a:ext>
            </a:extLst>
          </p:cNvPr>
          <p:cNvSpPr txBox="1"/>
          <p:nvPr/>
        </p:nvSpPr>
        <p:spPr>
          <a:xfrm>
            <a:off x="639718" y="3197843"/>
            <a:ext cx="1722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EMPLOYEE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BC67E2-C5CA-4562-86EB-156AABD448FF}"/>
              </a:ext>
            </a:extLst>
          </p:cNvPr>
          <p:cNvSpPr txBox="1"/>
          <p:nvPr/>
        </p:nvSpPr>
        <p:spPr>
          <a:xfrm>
            <a:off x="9909184" y="3235294"/>
            <a:ext cx="1376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ORDER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0D901-8F01-4F95-8BD0-57F6BD98B1F2}"/>
              </a:ext>
            </a:extLst>
          </p:cNvPr>
          <p:cNvSpPr txBox="1"/>
          <p:nvPr/>
        </p:nvSpPr>
        <p:spPr>
          <a:xfrm>
            <a:off x="1194645" y="3475491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LEFT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1238D-6FE2-4F7C-8C8D-836E3AB37AEA}"/>
              </a:ext>
            </a:extLst>
          </p:cNvPr>
          <p:cNvSpPr txBox="1"/>
          <p:nvPr/>
        </p:nvSpPr>
        <p:spPr>
          <a:xfrm>
            <a:off x="10206059" y="3475491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RIGHT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98DD7D0-8B30-43E7-B3A4-F6E41116E102}"/>
              </a:ext>
            </a:extLst>
          </p:cNvPr>
          <p:cNvSpPr/>
          <p:nvPr/>
        </p:nvSpPr>
        <p:spPr>
          <a:xfrm>
            <a:off x="4129266" y="3014709"/>
            <a:ext cx="2409763" cy="2409763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D23253E-6119-46C8-909C-3F5BBF46CF54}"/>
              </a:ext>
            </a:extLst>
          </p:cNvPr>
          <p:cNvSpPr/>
          <p:nvPr/>
        </p:nvSpPr>
        <p:spPr>
          <a:xfrm>
            <a:off x="5757787" y="3014709"/>
            <a:ext cx="2409763" cy="2409763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ED7FC7-E217-4908-AF1F-CAE1C831E6F7}"/>
              </a:ext>
            </a:extLst>
          </p:cNvPr>
          <p:cNvSpPr txBox="1"/>
          <p:nvPr/>
        </p:nvSpPr>
        <p:spPr>
          <a:xfrm>
            <a:off x="3111560" y="1879687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LEFT OUTER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41DD85-71E7-431B-A4D1-6CF301A4BA23}"/>
              </a:ext>
            </a:extLst>
          </p:cNvPr>
          <p:cNvSpPr txBox="1"/>
          <p:nvPr/>
        </p:nvSpPr>
        <p:spPr>
          <a:xfrm>
            <a:off x="5450631" y="1872281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INNER JOIN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8CB83C-D242-4A71-A2F3-574807F5183C}"/>
              </a:ext>
            </a:extLst>
          </p:cNvPr>
          <p:cNvSpPr txBox="1"/>
          <p:nvPr/>
        </p:nvSpPr>
        <p:spPr>
          <a:xfrm>
            <a:off x="7751230" y="1879822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RIGHT OUTER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08279E-E912-460C-8D9A-F3DCEBE9AAE8}"/>
              </a:ext>
            </a:extLst>
          </p:cNvPr>
          <p:cNvSpPr txBox="1"/>
          <p:nvPr/>
        </p:nvSpPr>
        <p:spPr>
          <a:xfrm>
            <a:off x="5450631" y="5673645"/>
            <a:ext cx="1611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EMPLOYEE ID</a:t>
            </a:r>
          </a:p>
        </p:txBody>
      </p:sp>
      <p:sp>
        <p:nvSpPr>
          <p:cNvPr id="21" name="Arrow: Bent 20">
            <a:extLst>
              <a:ext uri="{FF2B5EF4-FFF2-40B4-BE49-F238E27FC236}">
                <a16:creationId xmlns:a16="http://schemas.microsoft.com/office/drawing/2014/main" id="{39872023-7D27-4E11-AF59-745ECBA7E0B0}"/>
              </a:ext>
            </a:extLst>
          </p:cNvPr>
          <p:cNvSpPr/>
          <p:nvPr/>
        </p:nvSpPr>
        <p:spPr>
          <a:xfrm rot="10800000">
            <a:off x="7339606" y="3906991"/>
            <a:ext cx="3422913" cy="2484482"/>
          </a:xfrm>
          <a:prstGeom prst="bentArrow">
            <a:avLst>
              <a:gd name="adj1" fmla="val 15320"/>
              <a:gd name="adj2" fmla="val 19834"/>
              <a:gd name="adj3" fmla="val 20480"/>
              <a:gd name="adj4" fmla="val 43750"/>
            </a:avLst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Arrow: Bent 22">
            <a:extLst>
              <a:ext uri="{FF2B5EF4-FFF2-40B4-BE49-F238E27FC236}">
                <a16:creationId xmlns:a16="http://schemas.microsoft.com/office/drawing/2014/main" id="{0AF3FD5E-F7D8-496A-AFD3-EE66903E2597}"/>
              </a:ext>
            </a:extLst>
          </p:cNvPr>
          <p:cNvSpPr/>
          <p:nvPr/>
        </p:nvSpPr>
        <p:spPr>
          <a:xfrm rot="10800000" flipH="1">
            <a:off x="1352121" y="3894106"/>
            <a:ext cx="3422913" cy="2484482"/>
          </a:xfrm>
          <a:prstGeom prst="bentArrow">
            <a:avLst>
              <a:gd name="adj1" fmla="val 15320"/>
              <a:gd name="adj2" fmla="val 19834"/>
              <a:gd name="adj3" fmla="val 20480"/>
              <a:gd name="adj4" fmla="val 43750"/>
            </a:avLst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90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2D61-7A9F-4225-9EDD-4F1151D4B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RELATIONSHIPS/JOINS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8965FD-7A89-466D-A55E-D01E670D59ED}"/>
              </a:ext>
            </a:extLst>
          </p:cNvPr>
          <p:cNvGrpSpPr/>
          <p:nvPr/>
        </p:nvGrpSpPr>
        <p:grpSpPr>
          <a:xfrm>
            <a:off x="838200" y="1872281"/>
            <a:ext cx="1325560" cy="1325563"/>
            <a:chOff x="7150872" y="3008065"/>
            <a:chExt cx="960436" cy="96043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34B65FF-3E75-4C0E-890F-ECF912421F59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 descr="Document">
              <a:extLst>
                <a:ext uri="{FF2B5EF4-FFF2-40B4-BE49-F238E27FC236}">
                  <a16:creationId xmlns:a16="http://schemas.microsoft.com/office/drawing/2014/main" id="{356211D7-A385-4D93-8E9F-57E498330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2902" y="3120096"/>
              <a:ext cx="736376" cy="73637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7B9401-F8FC-41AB-BB02-2CA9B8E91802}"/>
              </a:ext>
            </a:extLst>
          </p:cNvPr>
          <p:cNvGrpSpPr/>
          <p:nvPr/>
        </p:nvGrpSpPr>
        <p:grpSpPr>
          <a:xfrm>
            <a:off x="9934575" y="1909732"/>
            <a:ext cx="1325560" cy="1325563"/>
            <a:chOff x="7150872" y="3008065"/>
            <a:chExt cx="960436" cy="96043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3A29B9A-31CF-4E6B-B616-E59B67633D46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Document">
              <a:extLst>
                <a:ext uri="{FF2B5EF4-FFF2-40B4-BE49-F238E27FC236}">
                  <a16:creationId xmlns:a16="http://schemas.microsoft.com/office/drawing/2014/main" id="{241CDD9D-2F05-4E96-9C98-9A9F05707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2902" y="3120096"/>
              <a:ext cx="736376" cy="736376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069D362-5F41-4C62-9659-F491CF7FA19B}"/>
              </a:ext>
            </a:extLst>
          </p:cNvPr>
          <p:cNvSpPr txBox="1"/>
          <p:nvPr/>
        </p:nvSpPr>
        <p:spPr>
          <a:xfrm>
            <a:off x="639718" y="3197843"/>
            <a:ext cx="1722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EMPLOYEE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BC67E2-C5CA-4562-86EB-156AABD448FF}"/>
              </a:ext>
            </a:extLst>
          </p:cNvPr>
          <p:cNvSpPr txBox="1"/>
          <p:nvPr/>
        </p:nvSpPr>
        <p:spPr>
          <a:xfrm>
            <a:off x="9909184" y="3235294"/>
            <a:ext cx="1376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ORDER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0D901-8F01-4F95-8BD0-57F6BD98B1F2}"/>
              </a:ext>
            </a:extLst>
          </p:cNvPr>
          <p:cNvSpPr txBox="1"/>
          <p:nvPr/>
        </p:nvSpPr>
        <p:spPr>
          <a:xfrm>
            <a:off x="1194645" y="3475491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LEFT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1238D-6FE2-4F7C-8C8D-836E3AB37AEA}"/>
              </a:ext>
            </a:extLst>
          </p:cNvPr>
          <p:cNvSpPr txBox="1"/>
          <p:nvPr/>
        </p:nvSpPr>
        <p:spPr>
          <a:xfrm>
            <a:off x="10206059" y="3475491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RIGHT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98DD7D0-8B30-43E7-B3A4-F6E41116E102}"/>
              </a:ext>
            </a:extLst>
          </p:cNvPr>
          <p:cNvSpPr/>
          <p:nvPr/>
        </p:nvSpPr>
        <p:spPr>
          <a:xfrm>
            <a:off x="4129266" y="3014709"/>
            <a:ext cx="2409763" cy="240976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D23253E-6119-46C8-909C-3F5BBF46CF54}"/>
              </a:ext>
            </a:extLst>
          </p:cNvPr>
          <p:cNvSpPr/>
          <p:nvPr/>
        </p:nvSpPr>
        <p:spPr>
          <a:xfrm>
            <a:off x="5757787" y="3014709"/>
            <a:ext cx="2409763" cy="2409763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ED7FC7-E217-4908-AF1F-CAE1C831E6F7}"/>
              </a:ext>
            </a:extLst>
          </p:cNvPr>
          <p:cNvSpPr txBox="1"/>
          <p:nvPr/>
        </p:nvSpPr>
        <p:spPr>
          <a:xfrm>
            <a:off x="2722293" y="1733781"/>
            <a:ext cx="24769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LEFT OUTER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41DD85-71E7-431B-A4D1-6CF301A4BA23}"/>
              </a:ext>
            </a:extLst>
          </p:cNvPr>
          <p:cNvSpPr txBox="1"/>
          <p:nvPr/>
        </p:nvSpPr>
        <p:spPr>
          <a:xfrm>
            <a:off x="5450631" y="1872281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INNER JOIN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8CB83C-D242-4A71-A2F3-574807F5183C}"/>
              </a:ext>
            </a:extLst>
          </p:cNvPr>
          <p:cNvSpPr txBox="1"/>
          <p:nvPr/>
        </p:nvSpPr>
        <p:spPr>
          <a:xfrm>
            <a:off x="7751230" y="1879822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RIGHT OUTER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14A401-9A64-4FBF-B91D-B463F5879185}"/>
              </a:ext>
            </a:extLst>
          </p:cNvPr>
          <p:cNvSpPr txBox="1"/>
          <p:nvPr/>
        </p:nvSpPr>
        <p:spPr>
          <a:xfrm>
            <a:off x="5450631" y="5673645"/>
            <a:ext cx="1611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EMPLOYEE ID</a:t>
            </a:r>
          </a:p>
        </p:txBody>
      </p:sp>
    </p:spTree>
    <p:extLst>
      <p:ext uri="{BB962C8B-B14F-4D97-AF65-F5344CB8AC3E}">
        <p14:creationId xmlns:p14="http://schemas.microsoft.com/office/powerpoint/2010/main" val="1146169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2D61-7A9F-4225-9EDD-4F1151D4B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RELATIONSHIPS/JOINS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8965FD-7A89-466D-A55E-D01E670D59ED}"/>
              </a:ext>
            </a:extLst>
          </p:cNvPr>
          <p:cNvGrpSpPr/>
          <p:nvPr/>
        </p:nvGrpSpPr>
        <p:grpSpPr>
          <a:xfrm>
            <a:off x="838200" y="1872281"/>
            <a:ext cx="1325560" cy="1325563"/>
            <a:chOff x="7150872" y="3008065"/>
            <a:chExt cx="960436" cy="96043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34B65FF-3E75-4C0E-890F-ECF912421F59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 descr="Document">
              <a:extLst>
                <a:ext uri="{FF2B5EF4-FFF2-40B4-BE49-F238E27FC236}">
                  <a16:creationId xmlns:a16="http://schemas.microsoft.com/office/drawing/2014/main" id="{356211D7-A385-4D93-8E9F-57E498330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2902" y="3120096"/>
              <a:ext cx="736376" cy="73637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7B9401-F8FC-41AB-BB02-2CA9B8E91802}"/>
              </a:ext>
            </a:extLst>
          </p:cNvPr>
          <p:cNvGrpSpPr/>
          <p:nvPr/>
        </p:nvGrpSpPr>
        <p:grpSpPr>
          <a:xfrm>
            <a:off x="9934575" y="1909732"/>
            <a:ext cx="1325560" cy="1325563"/>
            <a:chOff x="7150872" y="3008065"/>
            <a:chExt cx="960436" cy="96043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3A29B9A-31CF-4E6B-B616-E59B67633D46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Document">
              <a:extLst>
                <a:ext uri="{FF2B5EF4-FFF2-40B4-BE49-F238E27FC236}">
                  <a16:creationId xmlns:a16="http://schemas.microsoft.com/office/drawing/2014/main" id="{241CDD9D-2F05-4E96-9C98-9A9F05707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2902" y="3120096"/>
              <a:ext cx="736376" cy="736376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069D362-5F41-4C62-9659-F491CF7FA19B}"/>
              </a:ext>
            </a:extLst>
          </p:cNvPr>
          <p:cNvSpPr txBox="1"/>
          <p:nvPr/>
        </p:nvSpPr>
        <p:spPr>
          <a:xfrm>
            <a:off x="639718" y="3197843"/>
            <a:ext cx="1722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EMPLOYEE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BC67E2-C5CA-4562-86EB-156AABD448FF}"/>
              </a:ext>
            </a:extLst>
          </p:cNvPr>
          <p:cNvSpPr txBox="1"/>
          <p:nvPr/>
        </p:nvSpPr>
        <p:spPr>
          <a:xfrm>
            <a:off x="9909184" y="3235294"/>
            <a:ext cx="1376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ORDER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0D901-8F01-4F95-8BD0-57F6BD98B1F2}"/>
              </a:ext>
            </a:extLst>
          </p:cNvPr>
          <p:cNvSpPr txBox="1"/>
          <p:nvPr/>
        </p:nvSpPr>
        <p:spPr>
          <a:xfrm>
            <a:off x="1194645" y="3475491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LEFT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1238D-6FE2-4F7C-8C8D-836E3AB37AEA}"/>
              </a:ext>
            </a:extLst>
          </p:cNvPr>
          <p:cNvSpPr txBox="1"/>
          <p:nvPr/>
        </p:nvSpPr>
        <p:spPr>
          <a:xfrm>
            <a:off x="10206059" y="3475491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RIGHT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D23253E-6119-46C8-909C-3F5BBF46CF54}"/>
              </a:ext>
            </a:extLst>
          </p:cNvPr>
          <p:cNvSpPr/>
          <p:nvPr/>
        </p:nvSpPr>
        <p:spPr>
          <a:xfrm>
            <a:off x="5757787" y="3014709"/>
            <a:ext cx="2409763" cy="240976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41DD85-71E7-431B-A4D1-6CF301A4BA23}"/>
              </a:ext>
            </a:extLst>
          </p:cNvPr>
          <p:cNvSpPr txBox="1"/>
          <p:nvPr/>
        </p:nvSpPr>
        <p:spPr>
          <a:xfrm>
            <a:off x="5450631" y="1872281"/>
            <a:ext cx="12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INNER JOIN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8CB83C-D242-4A71-A2F3-574807F5183C}"/>
              </a:ext>
            </a:extLst>
          </p:cNvPr>
          <p:cNvSpPr txBox="1"/>
          <p:nvPr/>
        </p:nvSpPr>
        <p:spPr>
          <a:xfrm>
            <a:off x="6962668" y="1733781"/>
            <a:ext cx="28151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RIGHT OUTER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E3D5A96-797F-4593-ADD4-68AA93AD920B}"/>
              </a:ext>
            </a:extLst>
          </p:cNvPr>
          <p:cNvSpPr/>
          <p:nvPr/>
        </p:nvSpPr>
        <p:spPr>
          <a:xfrm>
            <a:off x="4129266" y="3014709"/>
            <a:ext cx="2409763" cy="2409763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D5EA13-1D90-444F-9A2A-6CA9F5F6C14D}"/>
              </a:ext>
            </a:extLst>
          </p:cNvPr>
          <p:cNvSpPr txBox="1"/>
          <p:nvPr/>
        </p:nvSpPr>
        <p:spPr>
          <a:xfrm>
            <a:off x="3111560" y="1879687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LEFT OUTER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DFD3DC-F075-4A7F-B131-1075CE797685}"/>
              </a:ext>
            </a:extLst>
          </p:cNvPr>
          <p:cNvSpPr txBox="1"/>
          <p:nvPr/>
        </p:nvSpPr>
        <p:spPr>
          <a:xfrm>
            <a:off x="5450631" y="5673645"/>
            <a:ext cx="1611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EMPLOYEE ID</a:t>
            </a:r>
          </a:p>
        </p:txBody>
      </p:sp>
    </p:spTree>
    <p:extLst>
      <p:ext uri="{BB962C8B-B14F-4D97-AF65-F5344CB8AC3E}">
        <p14:creationId xmlns:p14="http://schemas.microsoft.com/office/powerpoint/2010/main" val="3222137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2D61-7A9F-4225-9EDD-4F1151D4B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RELATIONSHIPS/JOINS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8965FD-7A89-466D-A55E-D01E670D59ED}"/>
              </a:ext>
            </a:extLst>
          </p:cNvPr>
          <p:cNvGrpSpPr/>
          <p:nvPr/>
        </p:nvGrpSpPr>
        <p:grpSpPr>
          <a:xfrm>
            <a:off x="838200" y="1872281"/>
            <a:ext cx="1325560" cy="1325563"/>
            <a:chOff x="7150872" y="3008065"/>
            <a:chExt cx="960436" cy="96043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34B65FF-3E75-4C0E-890F-ECF912421F59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 descr="Document">
              <a:extLst>
                <a:ext uri="{FF2B5EF4-FFF2-40B4-BE49-F238E27FC236}">
                  <a16:creationId xmlns:a16="http://schemas.microsoft.com/office/drawing/2014/main" id="{356211D7-A385-4D93-8E9F-57E4983300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2902" y="3120096"/>
              <a:ext cx="736376" cy="736376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97B9401-F8FC-41AB-BB02-2CA9B8E91802}"/>
              </a:ext>
            </a:extLst>
          </p:cNvPr>
          <p:cNvGrpSpPr/>
          <p:nvPr/>
        </p:nvGrpSpPr>
        <p:grpSpPr>
          <a:xfrm>
            <a:off x="9934575" y="1909732"/>
            <a:ext cx="1325560" cy="1325563"/>
            <a:chOff x="7150872" y="3008065"/>
            <a:chExt cx="960436" cy="96043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3A29B9A-31CF-4E6B-B616-E59B67633D46}"/>
                </a:ext>
              </a:extLst>
            </p:cNvPr>
            <p:cNvSpPr/>
            <p:nvPr/>
          </p:nvSpPr>
          <p:spPr>
            <a:xfrm>
              <a:off x="7150872" y="3008065"/>
              <a:ext cx="960436" cy="96043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Graphic 15" descr="Document">
              <a:extLst>
                <a:ext uri="{FF2B5EF4-FFF2-40B4-BE49-F238E27FC236}">
                  <a16:creationId xmlns:a16="http://schemas.microsoft.com/office/drawing/2014/main" id="{241CDD9D-2F05-4E96-9C98-9A9F05707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62902" y="3120096"/>
              <a:ext cx="736376" cy="736376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C069D362-5F41-4C62-9659-F491CF7FA19B}"/>
              </a:ext>
            </a:extLst>
          </p:cNvPr>
          <p:cNvSpPr txBox="1"/>
          <p:nvPr/>
        </p:nvSpPr>
        <p:spPr>
          <a:xfrm>
            <a:off x="639718" y="3197843"/>
            <a:ext cx="1722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EMPLOYEE DATA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BC67E2-C5CA-4562-86EB-156AABD448FF}"/>
              </a:ext>
            </a:extLst>
          </p:cNvPr>
          <p:cNvSpPr txBox="1"/>
          <p:nvPr/>
        </p:nvSpPr>
        <p:spPr>
          <a:xfrm>
            <a:off x="9909184" y="3235294"/>
            <a:ext cx="1376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ORDER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0D901-8F01-4F95-8BD0-57F6BD98B1F2}"/>
              </a:ext>
            </a:extLst>
          </p:cNvPr>
          <p:cNvSpPr txBox="1"/>
          <p:nvPr/>
        </p:nvSpPr>
        <p:spPr>
          <a:xfrm>
            <a:off x="1194645" y="3475491"/>
            <a:ext cx="61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LEFT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11238D-6FE2-4F7C-8C8D-836E3AB37AEA}"/>
              </a:ext>
            </a:extLst>
          </p:cNvPr>
          <p:cNvSpPr txBox="1"/>
          <p:nvPr/>
        </p:nvSpPr>
        <p:spPr>
          <a:xfrm>
            <a:off x="10206059" y="3475491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41DD85-71E7-431B-A4D1-6CF301A4BA23}"/>
              </a:ext>
            </a:extLst>
          </p:cNvPr>
          <p:cNvSpPr txBox="1"/>
          <p:nvPr/>
        </p:nvSpPr>
        <p:spPr>
          <a:xfrm>
            <a:off x="4896793" y="1741187"/>
            <a:ext cx="2398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INNER JOIN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E3D5A96-797F-4593-ADD4-68AA93AD920B}"/>
              </a:ext>
            </a:extLst>
          </p:cNvPr>
          <p:cNvSpPr/>
          <p:nvPr/>
        </p:nvSpPr>
        <p:spPr>
          <a:xfrm>
            <a:off x="4129266" y="3014709"/>
            <a:ext cx="2409763" cy="2409763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D5EA13-1D90-444F-9A2A-6CA9F5F6C14D}"/>
              </a:ext>
            </a:extLst>
          </p:cNvPr>
          <p:cNvSpPr txBox="1"/>
          <p:nvPr/>
        </p:nvSpPr>
        <p:spPr>
          <a:xfrm>
            <a:off x="3111560" y="1879687"/>
            <a:ext cx="1329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LEFT OUTER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782ED0C-41E6-4CE0-BB4A-5220C05F71FF}"/>
              </a:ext>
            </a:extLst>
          </p:cNvPr>
          <p:cNvSpPr/>
          <p:nvPr/>
        </p:nvSpPr>
        <p:spPr>
          <a:xfrm>
            <a:off x="5757787" y="3014709"/>
            <a:ext cx="2409763" cy="2409763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CC0A92-9DC0-467D-89C3-29564FEAEE8A}"/>
              </a:ext>
            </a:extLst>
          </p:cNvPr>
          <p:cNvSpPr txBox="1"/>
          <p:nvPr/>
        </p:nvSpPr>
        <p:spPr>
          <a:xfrm>
            <a:off x="7751230" y="1879822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RIGHT OUTER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AB9072B-EF22-4D57-9AE4-3F873676BB14}"/>
              </a:ext>
            </a:extLst>
          </p:cNvPr>
          <p:cNvSpPr/>
          <p:nvPr/>
        </p:nvSpPr>
        <p:spPr>
          <a:xfrm>
            <a:off x="5757787" y="3333327"/>
            <a:ext cx="781243" cy="1772525"/>
          </a:xfrm>
          <a:custGeom>
            <a:avLst/>
            <a:gdLst>
              <a:gd name="connsiteX0" fmla="*/ 390622 w 781243"/>
              <a:gd name="connsiteY0" fmla="*/ 0 h 1772525"/>
              <a:gd name="connsiteX1" fmla="*/ 428341 w 781243"/>
              <a:gd name="connsiteY1" fmla="*/ 34282 h 1772525"/>
              <a:gd name="connsiteX2" fmla="*/ 781243 w 781243"/>
              <a:gd name="connsiteY2" fmla="*/ 886262 h 1772525"/>
              <a:gd name="connsiteX3" fmla="*/ 428341 w 781243"/>
              <a:gd name="connsiteY3" fmla="*/ 1738243 h 1772525"/>
              <a:gd name="connsiteX4" fmla="*/ 390622 w 781243"/>
              <a:gd name="connsiteY4" fmla="*/ 1772525 h 1772525"/>
              <a:gd name="connsiteX5" fmla="*/ 352902 w 781243"/>
              <a:gd name="connsiteY5" fmla="*/ 1738243 h 1772525"/>
              <a:gd name="connsiteX6" fmla="*/ 0 w 781243"/>
              <a:gd name="connsiteY6" fmla="*/ 886262 h 1772525"/>
              <a:gd name="connsiteX7" fmla="*/ 352902 w 781243"/>
              <a:gd name="connsiteY7" fmla="*/ 34282 h 177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243" h="1772525">
                <a:moveTo>
                  <a:pt x="390622" y="0"/>
                </a:moveTo>
                <a:lnTo>
                  <a:pt x="428341" y="34282"/>
                </a:lnTo>
                <a:cubicBezTo>
                  <a:pt x="646382" y="252323"/>
                  <a:pt x="781243" y="553543"/>
                  <a:pt x="781243" y="886262"/>
                </a:cubicBezTo>
                <a:cubicBezTo>
                  <a:pt x="781243" y="1218981"/>
                  <a:pt x="646382" y="1520202"/>
                  <a:pt x="428341" y="1738243"/>
                </a:cubicBezTo>
                <a:lnTo>
                  <a:pt x="390622" y="1772525"/>
                </a:lnTo>
                <a:lnTo>
                  <a:pt x="352902" y="1738243"/>
                </a:lnTo>
                <a:cubicBezTo>
                  <a:pt x="134861" y="1520202"/>
                  <a:pt x="0" y="1218981"/>
                  <a:pt x="0" y="886262"/>
                </a:cubicBezTo>
                <a:cubicBezTo>
                  <a:pt x="0" y="553543"/>
                  <a:pt x="134861" y="252323"/>
                  <a:pt x="352902" y="34282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E40624-278B-400D-B396-E2E9DEB68DE9}"/>
              </a:ext>
            </a:extLst>
          </p:cNvPr>
          <p:cNvSpPr txBox="1"/>
          <p:nvPr/>
        </p:nvSpPr>
        <p:spPr>
          <a:xfrm>
            <a:off x="5450631" y="5673645"/>
            <a:ext cx="16115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EMPLOYEE ID</a:t>
            </a:r>
          </a:p>
        </p:txBody>
      </p:sp>
    </p:spTree>
    <p:extLst>
      <p:ext uri="{BB962C8B-B14F-4D97-AF65-F5344CB8AC3E}">
        <p14:creationId xmlns:p14="http://schemas.microsoft.com/office/powerpoint/2010/main" val="2721120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01B76-28C0-4E0D-B102-684E8F71C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CONGRATULATIONS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8CC388-06E9-4AB9-A48D-CFF4E76715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EXCEL POWER QUERY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706E1CC1-F8BA-42AF-A186-47E4C1EA3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7718" y="-109538"/>
            <a:ext cx="2976563" cy="297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530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434</Words>
  <Application>Microsoft Office PowerPoint</Application>
  <PresentationFormat>Widescreen</PresentationFormat>
  <Paragraphs>118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Impact</vt:lpstr>
      <vt:lpstr>Office Theme</vt:lpstr>
      <vt:lpstr>Microsoft Excel Power Query</vt:lpstr>
      <vt:lpstr>WHAT IS POWER QUERY?</vt:lpstr>
      <vt:lpstr>WHAT IS POWER QUERY?</vt:lpstr>
      <vt:lpstr>WHAT IS POWER QUERY?</vt:lpstr>
      <vt:lpstr>WHAT IS POWER QUERY?</vt:lpstr>
      <vt:lpstr>WHAT IS POWER QUERY?</vt:lpstr>
      <vt:lpstr>THE POWER OF POWER QUERY</vt:lpstr>
      <vt:lpstr>THE POWER OF POWER QUERY</vt:lpstr>
      <vt:lpstr>DOWNLOAD POWER QUERY</vt:lpstr>
      <vt:lpstr>TABLE RELATIONSHIPS</vt:lpstr>
      <vt:lpstr>TABLE RELATIONSHIPS</vt:lpstr>
      <vt:lpstr>TABLE RELATIONSHIPS</vt:lpstr>
      <vt:lpstr>TABLE RELATIONSHIPS</vt:lpstr>
      <vt:lpstr>TABLE RELATIONSHIPS</vt:lpstr>
      <vt:lpstr>TABLE RELATIONSHIPS/JOINS</vt:lpstr>
      <vt:lpstr>TABLE RELATIONSHIPS/JOINS</vt:lpstr>
      <vt:lpstr>TABLE RELATIONSHIPS/JOINS</vt:lpstr>
      <vt:lpstr>TABLE RELATIONSHIPS/JOINS</vt:lpstr>
      <vt:lpstr>TABLE RELATIONSHIPS/JOINS</vt:lpstr>
      <vt:lpstr>CONGRATULATIONS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Excel Power Query</dc:title>
  <dc:creator>Kyle Pew</dc:creator>
  <cp:lastModifiedBy>Kyle Pew</cp:lastModifiedBy>
  <cp:revision>6</cp:revision>
  <dcterms:created xsi:type="dcterms:W3CDTF">2020-04-15T15:47:31Z</dcterms:created>
  <dcterms:modified xsi:type="dcterms:W3CDTF">2020-04-29T19:16:34Z</dcterms:modified>
</cp:coreProperties>
</file>